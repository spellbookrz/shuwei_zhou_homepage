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77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7" r:id="rId6"/>
    <p:sldId id="265" r:id="rId7"/>
    <p:sldId id="272" r:id="rId8"/>
    <p:sldId id="293" r:id="rId9"/>
    <p:sldId id="274" r:id="rId10"/>
    <p:sldId id="290" r:id="rId11"/>
    <p:sldId id="284" r:id="rId12"/>
    <p:sldId id="285" r:id="rId13"/>
    <p:sldId id="294" r:id="rId14"/>
    <p:sldId id="291" r:id="rId15"/>
    <p:sldId id="295" r:id="rId16"/>
  </p:sldIdLst>
  <p:sldSz cx="12192000" cy="6858000"/>
  <p:notesSz cx="7099300" cy="10234613"/>
  <p:custDataLst>
    <p:tags r:id="rId19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Titel- und Kapitelfolien" id="{DADDDAD1-2198-4791-B7FB-5B3BBC3590D1}">
          <p14:sldIdLst>
            <p14:sldId id="256"/>
          </p14:sldIdLst>
        </p14:section>
        <p14:section name="Inhaltsfolien" id="{C14501F8-733B-460E-8FD9-CC0F29D4D20D}">
          <p14:sldIdLst>
            <p14:sldId id="297"/>
            <p14:sldId id="265"/>
            <p14:sldId id="272"/>
            <p14:sldId id="293"/>
            <p14:sldId id="274"/>
            <p14:sldId id="290"/>
            <p14:sldId id="284"/>
            <p14:sldId id="285"/>
            <p14:sldId id="294"/>
            <p14:sldId id="291"/>
            <p14:sldId id="295"/>
          </p14:sldIdLst>
        </p14:section>
        <p14:section name="Schlussfolie" id="{D96E5505-8598-48E6-9A76-86536CD410E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0" autoAdjust="0"/>
    <p:restoredTop sz="85884" autoAdjust="0"/>
  </p:normalViewPr>
  <p:slideViewPr>
    <p:cSldViewPr>
      <p:cViewPr varScale="1">
        <p:scale>
          <a:sx n="150" d="100"/>
          <a:sy n="150" d="100"/>
        </p:scale>
        <p:origin x="114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347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opfzeilenplatzhalter 1"/>
          <p:cNvSpPr>
            <a:spLocks noGrp="1"/>
          </p:cNvSpPr>
          <p:nvPr>
            <p:ph type="hdr" sz="quarter"/>
          </p:nvPr>
        </p:nvSpPr>
        <p:spPr>
          <a:xfrm>
            <a:off x="216025" y="259236"/>
            <a:ext cx="4341737" cy="609598"/>
          </a:xfrm>
          <a:prstGeom prst="rect">
            <a:avLst/>
          </a:prstGeom>
        </p:spPr>
        <p:txBody>
          <a:bodyPr vert="horz" lIns="0" tIns="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85043" y="9828351"/>
            <a:ext cx="3076575" cy="40152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RWTH Aachen University</a:t>
            </a:r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349850" y="9861177"/>
            <a:ext cx="1528867" cy="368697"/>
          </a:xfrm>
          <a:prstGeom prst="rect">
            <a:avLst/>
          </a:prstGeom>
        </p:spPr>
        <p:txBody>
          <a:bodyPr vert="horz" wrap="square" lIns="91440" tIns="4572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de-DE" altLang="de-DE" dirty="0"/>
              <a:t> </a:t>
            </a:r>
            <a:fld id="{D3C7CA2B-087D-49DC-9C70-C2C6387E7B8D}" type="datetimeFigureOut">
              <a:rPr lang="de-DE" smtClean="0"/>
              <a:pPr>
                <a:defRPr/>
              </a:pPr>
              <a:t>11.09.2026</a:t>
            </a:fld>
            <a:r>
              <a:rPr lang="de-DE" dirty="0"/>
              <a:t>  </a:t>
            </a:r>
            <a:r>
              <a:rPr lang="de-DE" altLang="de-DE" dirty="0"/>
              <a:t>|  </a:t>
            </a:r>
            <a:fld id="{219DDB96-8F18-4921-9D9F-ACBE4F6658C3}" type="slidenum">
              <a:rPr lang="de-DE" altLang="de-DE" smtClean="0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2863385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88000" y="5148000"/>
            <a:ext cx="6480000" cy="4442689"/>
          </a:xfrm>
          <a:prstGeom prst="rect">
            <a:avLst/>
          </a:prstGeom>
        </p:spPr>
        <p:txBody>
          <a:bodyPr vert="horz" lIns="0" tIns="45720" rIns="91440" bIns="4572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</p:txBody>
      </p:sp>
      <p:sp>
        <p:nvSpPr>
          <p:cNvPr id="10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57051" y="9797826"/>
            <a:ext cx="3076575" cy="317308"/>
          </a:xfrm>
          <a:prstGeom prst="rect">
            <a:avLst/>
          </a:prstGeom>
        </p:spPr>
        <p:txBody>
          <a:bodyPr vert="horz" lIns="0" tIns="45720" rIns="91440" bIns="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RWTH Aachen University</a:t>
            </a:r>
          </a:p>
        </p:txBody>
      </p:sp>
      <p:sp>
        <p:nvSpPr>
          <p:cNvPr id="11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65674" y="9797826"/>
            <a:ext cx="2990086" cy="317307"/>
          </a:xfrm>
          <a:prstGeom prst="rect">
            <a:avLst/>
          </a:prstGeom>
        </p:spPr>
        <p:txBody>
          <a:bodyPr vert="horz" wrap="square" lIns="91440" tIns="4572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de-DE" altLang="de-DE" dirty="0"/>
              <a:t> </a:t>
            </a:r>
            <a:endParaRPr lang="de-DE" dirty="0"/>
          </a:p>
          <a:p>
            <a:pPr>
              <a:defRPr/>
            </a:pPr>
            <a:r>
              <a:rPr lang="de-DE" altLang="de-DE" dirty="0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‹#›</a:t>
            </a:fld>
            <a:endParaRPr lang="de-DE" altLang="de-DE" dirty="0"/>
          </a:p>
        </p:txBody>
      </p:sp>
      <p:sp>
        <p:nvSpPr>
          <p:cNvPr id="12" name="Folienbildplatzhalter 7"/>
          <p:cNvSpPr>
            <a:spLocks noGrp="1" noRot="1" noChangeAspect="1"/>
          </p:cNvSpPr>
          <p:nvPr>
            <p:ph type="sldImg" idx="2"/>
          </p:nvPr>
        </p:nvSpPr>
        <p:spPr>
          <a:xfrm>
            <a:off x="288000" y="1228874"/>
            <a:ext cx="6480000" cy="364570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cxnSp>
        <p:nvCxnSpPr>
          <p:cNvPr id="14" name="Gerader Verbinder 13"/>
          <p:cNvCxnSpPr>
            <a:cxnSpLocks/>
          </p:cNvCxnSpPr>
          <p:nvPr/>
        </p:nvCxnSpPr>
        <p:spPr>
          <a:xfrm>
            <a:off x="288000" y="9797826"/>
            <a:ext cx="64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Kopfzeilenplatzhalter 14"/>
          <p:cNvSpPr>
            <a:spLocks noGrp="1"/>
          </p:cNvSpPr>
          <p:nvPr>
            <p:ph type="hdr" sz="quarter"/>
          </p:nvPr>
        </p:nvSpPr>
        <p:spPr>
          <a:xfrm>
            <a:off x="288032" y="268835"/>
            <a:ext cx="4125714" cy="5999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521860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indent="-172800" algn="l" defTabSz="360000" rtl="0" eaLnBrk="0" fontAlgn="base" hangingPunct="0">
      <a:lnSpc>
        <a:spcPts val="2000"/>
      </a:lnSpc>
      <a:spcBef>
        <a:spcPts val="0"/>
      </a:spcBef>
      <a:spcAft>
        <a:spcPts val="0"/>
      </a:spcAft>
      <a:defRPr sz="1200" kern="1200" baseline="0">
        <a:solidFill>
          <a:schemeClr val="tx1"/>
        </a:solidFill>
        <a:latin typeface="Arial" panose="020B0604020202020204" pitchFamily="34" charset="0"/>
        <a:ea typeface="+mn-ea"/>
        <a:cs typeface="Arial" pitchFamily="34" charset="0"/>
      </a:defRPr>
    </a:lvl1pPr>
    <a:lvl2pPr marL="172800" indent="-172800" algn="l" defTabSz="360000" rtl="0" eaLnBrk="0" fontAlgn="base" hangingPunct="0">
      <a:lnSpc>
        <a:spcPts val="2000"/>
      </a:lnSpc>
      <a:spcBef>
        <a:spcPts val="0"/>
      </a:spcBef>
      <a:spcAft>
        <a:spcPts val="0"/>
      </a:spcAft>
      <a:buFont typeface="Symbol" panose="05050102010706020507" pitchFamily="18" charset="2"/>
      <a:buChar char="-"/>
      <a:defRPr sz="1200" kern="1200" baseline="0">
        <a:solidFill>
          <a:schemeClr val="tx1"/>
        </a:solidFill>
        <a:latin typeface="Arial" panose="020B0604020202020204" pitchFamily="34" charset="0"/>
        <a:ea typeface="+mn-ea"/>
        <a:cs typeface="Arial" pitchFamily="34" charset="0"/>
      </a:defRPr>
    </a:lvl2pPr>
    <a:lvl3pPr marL="360000" indent="-172800" algn="l" defTabSz="360000" rtl="0" eaLnBrk="0" fontAlgn="base" hangingPunct="0">
      <a:lnSpc>
        <a:spcPts val="2000"/>
      </a:lnSpc>
      <a:spcBef>
        <a:spcPts val="0"/>
      </a:spcBef>
      <a:spcAft>
        <a:spcPts val="0"/>
      </a:spcAft>
      <a:buFont typeface="Symbol" panose="05050102010706020507" pitchFamily="18" charset="2"/>
      <a:buChar char="-"/>
      <a:defRPr sz="1200" kern="1200" baseline="0">
        <a:solidFill>
          <a:schemeClr val="tx1"/>
        </a:solidFill>
        <a:latin typeface="Arial" panose="020B0604020202020204" pitchFamily="34" charset="0"/>
        <a:ea typeface="+mn-ea"/>
        <a:cs typeface="Arial" pitchFamily="34" charset="0"/>
      </a:defRPr>
    </a:lvl3pPr>
    <a:lvl4pPr marL="532800" indent="-172800" algn="l" defTabSz="360000" rtl="0" eaLnBrk="0" fontAlgn="base" hangingPunct="0">
      <a:lnSpc>
        <a:spcPts val="2000"/>
      </a:lnSpc>
      <a:spcBef>
        <a:spcPts val="0"/>
      </a:spcBef>
      <a:spcAft>
        <a:spcPts val="0"/>
      </a:spcAft>
      <a:buFont typeface="Symbol" panose="05050102010706020507" pitchFamily="18" charset="2"/>
      <a:buChar char="-"/>
      <a:defRPr sz="1200" kern="1200" baseline="0">
        <a:solidFill>
          <a:schemeClr val="tx1"/>
        </a:solidFill>
        <a:latin typeface="Arial" panose="020B0604020202020204" pitchFamily="34" charset="0"/>
        <a:ea typeface="+mn-ea"/>
        <a:cs typeface="Arial" pitchFamily="34" charset="0"/>
      </a:defRPr>
    </a:lvl4pPr>
    <a:lvl5pPr marL="720000" indent="-172800" algn="l" defTabSz="360000" rtl="0" eaLnBrk="0" fontAlgn="base" hangingPunct="0">
      <a:lnSpc>
        <a:spcPts val="2000"/>
      </a:lnSpc>
      <a:spcBef>
        <a:spcPts val="0"/>
      </a:spcBef>
      <a:spcAft>
        <a:spcPts val="0"/>
      </a:spcAft>
      <a:buFont typeface="Symbol" panose="05050102010706020507" pitchFamily="18" charset="2"/>
      <a:buChar char="-"/>
      <a:defRPr sz="1200" kern="1200" baseline="0">
        <a:solidFill>
          <a:schemeClr val="tx1"/>
        </a:solidFill>
        <a:latin typeface="Arial" panose="020B0604020202020204" pitchFamily="34" charset="0"/>
        <a:ea typeface="+mn-ea"/>
        <a:cs typeface="Arial" pitchFamily="34" charset="0"/>
      </a:defRPr>
    </a:lvl5pPr>
    <a:lvl6pPr marL="892800" indent="-172800" algn="l" defTabSz="360000" rtl="0" eaLnBrk="1" latinLnBrk="0" hangingPunct="1">
      <a:lnSpc>
        <a:spcPts val="2000"/>
      </a:lnSpc>
      <a:spcBef>
        <a:spcPts val="0"/>
      </a:spcBef>
      <a:spcAft>
        <a:spcPts val="0"/>
      </a:spcAft>
      <a:buFont typeface="Symbol" panose="05050102010706020507" pitchFamily="18" charset="2"/>
      <a:buChar char="-"/>
      <a:defRPr sz="1200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RWTH Aachen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 dirty="0"/>
              <a:t> </a:t>
            </a:r>
            <a:endParaRPr lang="de-DE" dirty="0"/>
          </a:p>
          <a:p>
            <a:pPr>
              <a:defRPr/>
            </a:pPr>
            <a:r>
              <a:rPr lang="de-DE" altLang="de-DE" dirty="0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3472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inverse square-root singularity</a:t>
            </a:r>
            <a:r>
              <a:rPr lang="en-US" altLang="zh-CN" dirty="0"/>
              <a:t> </a:t>
            </a:r>
          </a:p>
          <a:p>
            <a:r>
              <a:rPr lang="zh-CN" altLang="zh-CN" b="1" dirty="0"/>
              <a:t>r to the minus one-half</a:t>
            </a:r>
            <a:r>
              <a:rPr lang="zh-CN" altLang="zh-CN" dirty="0"/>
              <a:t>.</a:t>
            </a:r>
            <a:r>
              <a:rPr lang="en-US" altLang="zh-CN" dirty="0"/>
              <a:t> </a:t>
            </a:r>
          </a:p>
          <a:p>
            <a:r>
              <a:rPr lang="zh-CN" altLang="zh-CN" dirty="0"/>
              <a:t>displacement has a jump across the crack faces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RWTH Aachen University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 </a:t>
            </a:r>
            <a:endParaRPr lang="de-DE"/>
          </a:p>
          <a:p>
            <a:pPr>
              <a:defRPr/>
            </a:pPr>
            <a:r>
              <a:rPr lang="de-DE" altLang="de-DE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6316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71D7-28C0-6FC4-AD3D-D9DEFB98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18345-8FBC-F299-35D3-87055B6E3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E199A-0B7D-2078-8485-7EBE9FBC9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inverse square-root singularity</a:t>
            </a:r>
            <a:r>
              <a:rPr lang="en-US" altLang="zh-CN" dirty="0"/>
              <a:t> </a:t>
            </a:r>
          </a:p>
          <a:p>
            <a:r>
              <a:rPr lang="zh-CN" altLang="zh-CN" b="1" dirty="0"/>
              <a:t>r to the minus one-half</a:t>
            </a:r>
            <a:r>
              <a:rPr lang="zh-CN" altLang="zh-CN" dirty="0"/>
              <a:t>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91807-EADA-573A-6616-54100F7FD9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RWTH Aachen University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A5B2C-87E6-CD31-3236-6B87F8ECC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 </a:t>
            </a:r>
            <a:endParaRPr lang="de-DE"/>
          </a:p>
          <a:p>
            <a:pPr>
              <a:defRPr/>
            </a:pPr>
            <a:r>
              <a:rPr lang="de-DE" altLang="de-DE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3AFEEED-9E0F-EF08-0D10-7A404D9E11A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3654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Instead of asking the network to learn the singular structure from data, we explicitly build it in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RWTH Aachen University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 </a:t>
            </a:r>
            <a:endParaRPr lang="de-DE"/>
          </a:p>
          <a:p>
            <a:pPr>
              <a:defRPr/>
            </a:pPr>
            <a:r>
              <a:rPr lang="de-DE" altLang="de-DE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5</a:t>
            </a:fld>
            <a:endParaRPr lang="de-DE" altLang="de-D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5711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Maximum Tangential Stress Criterion</a:t>
            </a:r>
            <a:r>
              <a:rPr lang="zh-CN" altLang="en-US" dirty="0"/>
              <a:t>，</a:t>
            </a:r>
            <a:r>
              <a:rPr lang="zh-CN" altLang="zh-CN" dirty="0"/>
              <a:t>Maximum Energy Release Rate Criterion</a:t>
            </a:r>
            <a:r>
              <a:rPr lang="zh-CN" altLang="en-US" dirty="0"/>
              <a:t>，</a:t>
            </a:r>
            <a:r>
              <a:rPr lang="zh-CN" altLang="zh-CN" dirty="0"/>
              <a:t>Principle of Local Symmetry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RWTH Aachen University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 </a:t>
            </a:r>
            <a:endParaRPr lang="de-DE"/>
          </a:p>
          <a:p>
            <a:pPr>
              <a:defRPr/>
            </a:pPr>
            <a:r>
              <a:rPr lang="de-DE" altLang="de-DE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6</a:t>
            </a:fld>
            <a:endParaRPr lang="de-DE" altLang="de-D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1943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Physics is embedded in the solution representation,</a:t>
            </a:r>
            <a:r>
              <a:rPr lang="en-US" altLang="zh-CN" dirty="0"/>
              <a:t> </a:t>
            </a:r>
            <a:r>
              <a:rPr lang="zh-CN" altLang="zh-CN" dirty="0"/>
              <a:t>but training still relies on manually constructed residual losses.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RWTH Aachen University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 </a:t>
            </a:r>
            <a:endParaRPr lang="de-DE"/>
          </a:p>
          <a:p>
            <a:pPr>
              <a:defRPr/>
            </a:pPr>
            <a:r>
              <a:rPr lang="de-DE" altLang="de-DE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7</a:t>
            </a:fld>
            <a:endParaRPr lang="de-DE" altLang="de-D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573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RWTH Aachen University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 </a:t>
            </a:r>
            <a:endParaRPr lang="de-DE"/>
          </a:p>
          <a:p>
            <a:pPr>
              <a:defRPr/>
            </a:pPr>
            <a:r>
              <a:rPr lang="de-DE" altLang="de-DE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8</a:t>
            </a:fld>
            <a:endParaRPr lang="de-DE" altLang="de-D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8999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338" y="1228725"/>
            <a:ext cx="6480175" cy="3646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RWTH Aachen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de-DE" altLang="de-DE" dirty="0"/>
              <a:t> </a:t>
            </a:r>
            <a:endParaRPr lang="de-DE" dirty="0"/>
          </a:p>
          <a:p>
            <a:pPr>
              <a:defRPr/>
            </a:pPr>
            <a:r>
              <a:rPr lang="de-DE" altLang="de-DE" dirty="0"/>
              <a:t>07.07.2023  |  </a:t>
            </a:r>
            <a:fld id="{CB93A9A5-685E-4770-BD6C-F24D48B74914}" type="slidenum">
              <a:rPr lang="de-DE" altLang="de-DE" smtClean="0"/>
              <a:pPr>
                <a:defRPr/>
              </a:pPr>
              <a:t>12</a:t>
            </a:fld>
            <a:endParaRPr lang="de-DE" altLang="de-D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175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1"/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360000" y="2451600"/>
            <a:ext cx="114732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Untertitel1"/>
          <p:cNvSpPr>
            <a:spLocks noGrp="1"/>
          </p:cNvSpPr>
          <p:nvPr>
            <p:ph type="subTitle" idx="1"/>
          </p:nvPr>
        </p:nvSpPr>
        <p:spPr>
          <a:xfrm>
            <a:off x="360000" y="2944800"/>
            <a:ext cx="114732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15" name="Foliennummer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385233" y="6227764"/>
            <a:ext cx="97366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0A0843A-A401-4FDC-8C6C-13974F1E7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370" y="6041060"/>
            <a:ext cx="2841144" cy="8136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290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6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3"/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360000" y="4737600"/>
            <a:ext cx="114732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1" name="Untertitel3"/>
          <p:cNvSpPr>
            <a:spLocks noGrp="1"/>
          </p:cNvSpPr>
          <p:nvPr>
            <p:ph type="subTitle" idx="1"/>
          </p:nvPr>
        </p:nvSpPr>
        <p:spPr>
          <a:xfrm>
            <a:off x="360000" y="5230801"/>
            <a:ext cx="114732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2" name="Kopfbereich3">
            <a:extLst>
              <a:ext uri="{FF2B5EF4-FFF2-40B4-BE49-F238E27FC236}">
                <a16:creationId xmlns:a16="http://schemas.microsoft.com/office/drawing/2014/main" id="{2974B4CA-84DB-1E44-0C1F-0404FBF24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Foliennummer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385233" y="6227764"/>
            <a:ext cx="97366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4F89F97-48C7-4DC3-B960-EA19B7CFF1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370" y="6041060"/>
            <a:ext cx="284114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60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7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60000" y="201600"/>
            <a:ext cx="114732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7" name="Inhaltsplatzhalter links8">
            <a:extLst>
              <a:ext uri="{FF2B5EF4-FFF2-40B4-BE49-F238E27FC236}">
                <a16:creationId xmlns:a16="http://schemas.microsoft.com/office/drawing/2014/main" id="{80E9C08C-C42C-41FF-BF90-069194F8EE8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5015" y="909000"/>
            <a:ext cx="11473200" cy="5040000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71775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8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60000" y="201600"/>
            <a:ext cx="114732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7" name="Inhaltsplatzhalter links8">
            <a:extLst>
              <a:ext uri="{FF2B5EF4-FFF2-40B4-BE49-F238E27FC236}">
                <a16:creationId xmlns:a16="http://schemas.microsoft.com/office/drawing/2014/main" id="{2459EFE0-0E6C-107A-DA40-BBB176BCFC5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5015" y="909000"/>
            <a:ext cx="7531101" cy="5040000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</p:txBody>
      </p:sp>
      <p:sp>
        <p:nvSpPr>
          <p:cNvPr id="4" name="Inhaltsplatzhalter rechts8"/>
          <p:cNvSpPr>
            <a:spLocks noGrp="1"/>
          </p:cNvSpPr>
          <p:nvPr>
            <p:ph type="pic" sz="quarter" idx="15" hasCustomPrompt="1"/>
          </p:nvPr>
        </p:nvSpPr>
        <p:spPr>
          <a:xfrm>
            <a:off x="8124800" y="909000"/>
            <a:ext cx="3708400" cy="5040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Platzhalterbild durch Klicken auf Symbol austauschen</a:t>
            </a:r>
          </a:p>
        </p:txBody>
      </p:sp>
    </p:spTree>
    <p:extLst>
      <p:ext uri="{BB962C8B-B14F-4D97-AF65-F5344CB8AC3E}">
        <p14:creationId xmlns:p14="http://schemas.microsoft.com/office/powerpoint/2010/main" val="214994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1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0000" y="2487613"/>
            <a:ext cx="11473200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sz="3200" dirty="0" err="1">
                <a:latin typeface="+mn-lt"/>
              </a:rPr>
              <a:t>Thank</a:t>
            </a:r>
            <a:r>
              <a:rPr lang="de-DE" sz="3200" dirty="0">
                <a:latin typeface="+mn-lt"/>
              </a:rPr>
              <a:t> </a:t>
            </a:r>
            <a:r>
              <a:rPr lang="de-DE" sz="3200" dirty="0" err="1">
                <a:latin typeface="+mn-lt"/>
              </a:rPr>
              <a:t>you</a:t>
            </a:r>
            <a:r>
              <a:rPr lang="de-DE" sz="3200" dirty="0">
                <a:latin typeface="+mn-lt"/>
              </a:rPr>
              <a:t> for </a:t>
            </a:r>
            <a:r>
              <a:rPr lang="de-DE" sz="3200" dirty="0" err="1">
                <a:latin typeface="+mn-lt"/>
              </a:rPr>
              <a:t>your</a:t>
            </a:r>
            <a:r>
              <a:rPr lang="de-DE" sz="3200" dirty="0">
                <a:latin typeface="+mn-lt"/>
              </a:rPr>
              <a:t> </a:t>
            </a:r>
            <a:r>
              <a:rPr lang="de-DE" sz="3200" dirty="0" err="1">
                <a:latin typeface="+mn-lt"/>
              </a:rPr>
              <a:t>attention</a:t>
            </a:r>
            <a:endParaRPr lang="en-US" sz="3200" dirty="0">
              <a:latin typeface="+mn-lt"/>
            </a:endParaRPr>
          </a:p>
        </p:txBody>
      </p:sp>
      <p:sp>
        <p:nvSpPr>
          <p:cNvPr id="9" name="Untertitel11"/>
          <p:cNvSpPr>
            <a:spLocks noGrp="1"/>
          </p:cNvSpPr>
          <p:nvPr>
            <p:ph type="body" sz="quarter" idx="11"/>
          </p:nvPr>
        </p:nvSpPr>
        <p:spPr>
          <a:xfrm>
            <a:off x="360000" y="3988800"/>
            <a:ext cx="114732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atin typeface="+mn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Linie unt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0000" y="6040438"/>
            <a:ext cx="11473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liennummer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385233" y="6227764"/>
            <a:ext cx="97366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898499D-67B7-4886-AA98-6437E31139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370" y="6041060"/>
            <a:ext cx="284114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3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">
            <a:extLst>
              <a:ext uri="{FF2B5EF4-FFF2-40B4-BE49-F238E27FC236}">
                <a16:creationId xmlns:a16="http://schemas.microsoft.com/office/drawing/2014/main" id="{7B4607B3-BFA3-962F-7581-A9E7B24491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60000" y="201599"/>
            <a:ext cx="11473200" cy="543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cxnSp>
        <p:nvCxnSpPr>
          <p:cNvPr id="12" name="Linie unt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60000" y="6041060"/>
            <a:ext cx="11473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">
            <a:extLst>
              <a:ext uri="{FF2B5EF4-FFF2-40B4-BE49-F238E27FC236}">
                <a16:creationId xmlns:a16="http://schemas.microsoft.com/office/drawing/2014/main" id="{34B97256-DD45-EF13-45F1-A696D5D931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152000"/>
            <a:ext cx="11473200" cy="47296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53A2"/>
              </a:buClr>
              <a:buSzPct val="80000"/>
              <a:buFont typeface="Wingdings" panose="05000000000000000000" pitchFamily="2" charset="2"/>
              <a:buChar char=""/>
              <a:tabLst/>
              <a:defRPr/>
            </a:pP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53A2"/>
              </a:buClr>
              <a:buSzPct val="75000"/>
              <a:buFont typeface="Wingdings" panose="05000000000000000000" pitchFamily="2" charset="2"/>
              <a:buChar char=""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3</a:t>
            </a:r>
          </a:p>
          <a:p>
            <a:pPr marL="738000" marR="0" lvl="3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53A2"/>
              </a:buClr>
              <a:buSzPct val="110000"/>
              <a:buFont typeface="Arial" panose="020B0604020202020204" pitchFamily="34" charset="0"/>
              <a:buChar char="○"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4</a:t>
            </a:r>
          </a:p>
        </p:txBody>
      </p:sp>
      <p:cxnSp>
        <p:nvCxnSpPr>
          <p:cNvPr id="11" name="Linie ob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60000" y="814388"/>
            <a:ext cx="11473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">
            <a:extLst>
              <a:ext uri="{FF2B5EF4-FFF2-40B4-BE49-F238E27FC236}">
                <a16:creationId xmlns:a16="http://schemas.microsoft.com/office/drawing/2014/main" id="{3E7AC730-34A5-4657-4BFB-61C622F6B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95200" y="6227765"/>
            <a:ext cx="7002000" cy="428636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altLang="de-DE" sz="900" dirty="0">
                <a:solidFill>
                  <a:schemeClr val="tx2"/>
                </a:solidFill>
              </a:rPr>
              <a:t>Embedding Analytical Fracture Mechanics into Neural Networks</a:t>
            </a:r>
          </a:p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S</a:t>
            </a:r>
            <a:r>
              <a:rPr lang="en-US" altLang="zh-CN" sz="900" dirty="0" err="1">
                <a:solidFill>
                  <a:schemeClr val="tx2"/>
                </a:solidFill>
              </a:rPr>
              <a:t>huwei</a:t>
            </a:r>
            <a:r>
              <a:rPr lang="en-US" altLang="zh-CN" sz="900" dirty="0">
                <a:solidFill>
                  <a:schemeClr val="tx2"/>
                </a:solidFill>
              </a:rPr>
              <a:t> Zhou  </a:t>
            </a:r>
            <a:r>
              <a:rPr lang="de-DE" altLang="de-DE" sz="900" dirty="0">
                <a:solidFill>
                  <a:schemeClr val="tx2"/>
                </a:solidFill>
              </a:rPr>
              <a:t>|  Institute of </a:t>
            </a:r>
            <a:r>
              <a:rPr lang="de-DE" altLang="de-DE" sz="900" dirty="0" err="1">
                <a:solidFill>
                  <a:schemeClr val="tx2"/>
                </a:solidFill>
              </a:rPr>
              <a:t>Metal</a:t>
            </a:r>
            <a:r>
              <a:rPr lang="de-DE" altLang="de-DE" sz="900" dirty="0">
                <a:solidFill>
                  <a:schemeClr val="tx2"/>
                </a:solidFill>
              </a:rPr>
              <a:t> </a:t>
            </a:r>
            <a:r>
              <a:rPr lang="de-DE" altLang="de-DE" sz="900" dirty="0" err="1">
                <a:solidFill>
                  <a:schemeClr val="tx2"/>
                </a:solidFill>
              </a:rPr>
              <a:t>Forming</a:t>
            </a:r>
            <a:r>
              <a:rPr lang="de-DE" altLang="de-DE" sz="900" dirty="0">
                <a:solidFill>
                  <a:schemeClr val="tx2"/>
                </a:solidFill>
              </a:rPr>
              <a:t>  | RWTH Aachen University  |  12.09.2026 </a:t>
            </a:r>
            <a:endParaRPr lang="de-DE" sz="900" dirty="0"/>
          </a:p>
        </p:txBody>
      </p:sp>
      <p:sp>
        <p:nvSpPr>
          <p:cNvPr id="17" name="Foliennummer">
            <a:extLst>
              <a:ext uri="{FF2B5EF4-FFF2-40B4-BE49-F238E27FC236}">
                <a16:creationId xmlns:a16="http://schemas.microsoft.com/office/drawing/2014/main" id="{878DD722-882C-FD58-9EA0-22410A1D2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385233" y="6227764"/>
            <a:ext cx="97366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fld id="{AA5B7ECC-D028-4636-839F-C4E8F8DAEA9F}" type="slidenum">
              <a:rPr lang="de-DE" altLang="de-DE" sz="900" smtClean="0">
                <a:solidFill>
                  <a:schemeClr val="tx2"/>
                </a:solidFill>
              </a:rPr>
              <a:pPr eaLnBrk="1" hangingPunct="1">
                <a:defRPr/>
              </a:pPr>
              <a:t>‹#›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38C85B-F82A-40F6-AE87-8399D07618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370" y="6041060"/>
            <a:ext cx="284114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4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80" r:id="rId2"/>
    <p:sldLayoutId id="2147483884" r:id="rId3"/>
    <p:sldLayoutId id="2147483886" r:id="rId4"/>
    <p:sldLayoutId id="2147483887" r:id="rId5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b="1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0" indent="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charset="0"/>
        <a:buNone/>
        <a:tabLst>
          <a:tab pos="215900" algn="l"/>
        </a:tabLst>
        <a:defRPr b="1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4000" marR="0" indent="-234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200"/>
        </a:spcAft>
        <a:buClr>
          <a:srgbClr val="2D53A2"/>
        </a:buClr>
        <a:buSzPct val="80000"/>
        <a:buFont typeface="Wingdings" panose="05000000000000000000" pitchFamily="2" charset="2"/>
        <a:buChar char="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68000" marR="0" indent="-234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200"/>
        </a:spcAft>
        <a:buClr>
          <a:srgbClr val="2D53A2"/>
        </a:buClr>
        <a:buSzPct val="75000"/>
        <a:buFont typeface="Wingdings" panose="05000000000000000000" pitchFamily="2" charset="2"/>
        <a:buChar char="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38000" marR="0" indent="-234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200"/>
        </a:spcAft>
        <a:buClr>
          <a:srgbClr val="2D53A2"/>
        </a:buClr>
        <a:buSzPct val="110000"/>
        <a:buFont typeface="Arial" panose="020B0604020202020204" pitchFamily="34" charset="0"/>
        <a:buChar char="○"/>
        <a:tabLst/>
        <a:defRPr lang="de-DE" sz="1600" kern="120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Tx/>
        <a:buChar char="-"/>
        <a:tabLst>
          <a:tab pos="895350" algn="l"/>
        </a:tabLst>
        <a:defRPr lang="de-DE" sz="1600" kern="120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863600" indent="-215900" algn="l" defTabSz="914400" rtl="0" eaLnBrk="1" latinLnBrk="0" hangingPunct="1">
        <a:lnSpc>
          <a:spcPct val="90000"/>
        </a:lnSpc>
        <a:spcBef>
          <a:spcPts val="0"/>
        </a:spcBef>
        <a:buClr>
          <a:schemeClr val="tx2"/>
        </a:buClr>
        <a:buFontTx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863600" indent="-215900" algn="l" defTabSz="914400" rtl="0" eaLnBrk="1" latinLnBrk="0" hangingPunct="1">
        <a:lnSpc>
          <a:spcPct val="9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863600" indent="-215900" algn="l" defTabSz="914400" rtl="0" eaLnBrk="1" latinLnBrk="0" hangingPunct="1">
        <a:lnSpc>
          <a:spcPct val="9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63600" indent="-2159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-"/>
        <a:defRPr lang="de-DE" sz="1600" kern="120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50.png"/><Relationship Id="rId39" Type="http://schemas.openxmlformats.org/officeDocument/2006/relationships/image" Target="../media/image61.png"/><Relationship Id="rId21" Type="http://schemas.openxmlformats.org/officeDocument/2006/relationships/image" Target="../media/image45.png"/><Relationship Id="rId34" Type="http://schemas.openxmlformats.org/officeDocument/2006/relationships/image" Target="../media/image58.png"/><Relationship Id="rId42" Type="http://schemas.openxmlformats.org/officeDocument/2006/relationships/image" Target="../media/image6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41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37" Type="http://schemas.openxmlformats.org/officeDocument/2006/relationships/image" Target="../media/image24.png"/><Relationship Id="rId40" Type="http://schemas.openxmlformats.org/officeDocument/2006/relationships/image" Target="../media/image62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36" Type="http://schemas.openxmlformats.org/officeDocument/2006/relationships/image" Target="../media/image60.png"/><Relationship Id="rId10" Type="http://schemas.openxmlformats.org/officeDocument/2006/relationships/image" Target="../media/image33.png"/><Relationship Id="rId19" Type="http://schemas.openxmlformats.org/officeDocument/2006/relationships/image" Target="../media/image43.png"/><Relationship Id="rId31" Type="http://schemas.openxmlformats.org/officeDocument/2006/relationships/image" Target="../media/image55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Relationship Id="rId43" Type="http://schemas.openxmlformats.org/officeDocument/2006/relationships/image" Target="../media/image65.png"/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38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9.svg"/><Relationship Id="rId7" Type="http://schemas.openxmlformats.org/officeDocument/2006/relationships/image" Target="../media/image70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11" Type="http://schemas.openxmlformats.org/officeDocument/2006/relationships/image" Target="../media/image68.png"/><Relationship Id="rId5" Type="http://schemas.openxmlformats.org/officeDocument/2006/relationships/image" Target="../media/image11.jpg"/><Relationship Id="rId10" Type="http://schemas.openxmlformats.org/officeDocument/2006/relationships/image" Target="../media/image67.png"/><Relationship Id="rId4" Type="http://schemas.openxmlformats.org/officeDocument/2006/relationships/image" Target="../media/image10.jpg"/><Relationship Id="rId9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0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svg"/><Relationship Id="rId5" Type="http://schemas.openxmlformats.org/officeDocument/2006/relationships/image" Target="../media/image73.svg"/><Relationship Id="rId4" Type="http://schemas.openxmlformats.org/officeDocument/2006/relationships/image" Target="../media/image72.svg"/><Relationship Id="rId9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5.jpg"/><Relationship Id="rId7" Type="http://schemas.openxmlformats.org/officeDocument/2006/relationships/image" Target="../media/image82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11" Type="http://schemas.openxmlformats.org/officeDocument/2006/relationships/image" Target="../media/image680.png"/><Relationship Id="rId5" Type="http://schemas.openxmlformats.org/officeDocument/2006/relationships/image" Target="../media/image80.png"/><Relationship Id="rId10" Type="http://schemas.openxmlformats.org/officeDocument/2006/relationships/image" Target="../media/image670.png"/><Relationship Id="rId4" Type="http://schemas.openxmlformats.org/officeDocument/2006/relationships/image" Target="../media/image79.png"/><Relationship Id="rId9" Type="http://schemas.openxmlformats.org/officeDocument/2006/relationships/image" Target="../media/image6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424D68C-6262-F18A-4B51-D9688ED24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463159"/>
            <a:ext cx="11473200" cy="540000"/>
          </a:xfrm>
        </p:spPr>
        <p:txBody>
          <a:bodyPr/>
          <a:lstStyle/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Analytical Fracture Mechanics into Neural Networks</a:t>
            </a:r>
            <a:b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sz="2800" dirty="0">
              <a:solidFill>
                <a:srgbClr val="407F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E6839D16-316C-7E43-63E6-A49F51A5D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477" y="4876800"/>
            <a:ext cx="11473200" cy="1655762"/>
          </a:xfrm>
        </p:spPr>
        <p:txBody>
          <a:bodyPr/>
          <a:lstStyle/>
          <a:p>
            <a:r>
              <a:rPr lang="de-DE" u="sng" dirty="0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Shuwei Zhou</a:t>
            </a:r>
            <a:r>
              <a:rPr lang="de-DE" dirty="0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Christian Häffner, Sophie Stebner, Sebastian Münstermann</a:t>
            </a:r>
          </a:p>
          <a:p>
            <a:r>
              <a:rPr lang="de-DE" dirty="0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</a:t>
            </a:r>
            <a:r>
              <a:rPr lang="de-DE" dirty="0" err="1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lang="de-DE" dirty="0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Forming</a:t>
            </a:r>
            <a:r>
              <a:rPr lang="de-DE" dirty="0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RWTH Aachen University</a:t>
            </a:r>
          </a:p>
          <a:p>
            <a:r>
              <a:rPr lang="de-DE" dirty="0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12.09.2026</a:t>
            </a:r>
          </a:p>
          <a:p>
            <a:r>
              <a:rPr lang="de-DE" dirty="0">
                <a:solidFill>
                  <a:srgbClr val="646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ECF 25, Athens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98DFF-77A7-C282-B4D3-34C715396C3D}"/>
              </a:ext>
            </a:extLst>
          </p:cNvPr>
          <p:cNvSpPr txBox="1"/>
          <p:nvPr/>
        </p:nvSpPr>
        <p:spPr>
          <a:xfrm>
            <a:off x="381000" y="4141033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Williams-Enriched </a:t>
            </a:r>
            <a:r>
              <a:rPr lang="ro-RO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Kolosov–Muskhelishvili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Variational Formulation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8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F81F-C235-29FC-01CA-FE7BB683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Bar 01"/>
          <p:cNvSpPr/>
          <p:nvPr/>
        </p:nvSpPr>
        <p:spPr>
          <a:xfrm>
            <a:off x="762000" y="1295400"/>
            <a:ext cx="10668000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Chip 01"/>
          <p:cNvSpPr/>
          <p:nvPr/>
        </p:nvSpPr>
        <p:spPr>
          <a:xfrm>
            <a:off x="762000" y="12954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0549F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02" name="Label"/>
          <p:cNvSpPr/>
          <p:nvPr/>
        </p:nvSpPr>
        <p:spPr>
          <a:xfrm>
            <a:off x="1955800" y="1295400"/>
            <a:ext cx="9194800" cy="9144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r>
              <a:rPr lang="en-US" sz="2000" b="1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Theory</a:t>
            </a:r>
          </a:p>
        </p:txBody>
      </p:sp>
      <p:sp>
        <p:nvSpPr>
          <p:cNvPr id="103" name="Bar 02"/>
          <p:cNvSpPr/>
          <p:nvPr/>
        </p:nvSpPr>
        <p:spPr>
          <a:xfrm>
            <a:off x="762000" y="2438400"/>
            <a:ext cx="10668000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Chip 02"/>
          <p:cNvSpPr/>
          <p:nvPr/>
        </p:nvSpPr>
        <p:spPr>
          <a:xfrm>
            <a:off x="762000" y="24384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0549F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05" name="Label"/>
          <p:cNvSpPr/>
          <p:nvPr/>
        </p:nvSpPr>
        <p:spPr>
          <a:xfrm>
            <a:off x="1955800" y="2438400"/>
            <a:ext cx="9194800" cy="9144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r>
              <a:rPr lang="en-US" sz="2000" b="1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Williams-Enriched KMINN</a:t>
            </a:r>
          </a:p>
        </p:txBody>
      </p:sp>
      <p:sp>
        <p:nvSpPr>
          <p:cNvPr id="106" name="Bar 03"/>
          <p:cNvSpPr/>
          <p:nvPr/>
        </p:nvSpPr>
        <p:spPr>
          <a:xfrm>
            <a:off x="762000" y="3581400"/>
            <a:ext cx="10668000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Chip 03"/>
          <p:cNvSpPr/>
          <p:nvPr/>
        </p:nvSpPr>
        <p:spPr>
          <a:xfrm>
            <a:off x="762000" y="35814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0549F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08" name="Label"/>
          <p:cNvSpPr/>
          <p:nvPr/>
        </p:nvSpPr>
        <p:spPr>
          <a:xfrm>
            <a:off x="1955800" y="3581400"/>
            <a:ext cx="9194800" cy="9144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r>
              <a:rPr lang="en-US" sz="2000" b="1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Variational KMINN</a:t>
            </a:r>
          </a:p>
        </p:txBody>
      </p:sp>
      <p:sp>
        <p:nvSpPr>
          <p:cNvPr id="109" name="Bar 04"/>
          <p:cNvSpPr/>
          <p:nvPr/>
        </p:nvSpPr>
        <p:spPr>
          <a:xfrm>
            <a:off x="762000" y="4724400"/>
            <a:ext cx="10668000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Chip 04"/>
          <p:cNvSpPr/>
          <p:nvPr/>
        </p:nvSpPr>
        <p:spPr>
          <a:xfrm>
            <a:off x="762000" y="47244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0549F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11" name="Label"/>
          <p:cNvSpPr/>
          <p:nvPr/>
        </p:nvSpPr>
        <p:spPr>
          <a:xfrm>
            <a:off x="1955800" y="4724400"/>
            <a:ext cx="9194800" cy="9144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r>
              <a:rPr lang="en-US" sz="2000" b="1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Outlook</a:t>
            </a:r>
          </a:p>
        </p:txBody>
      </p:sp>
    </p:spTree>
    <p:extLst>
      <p:ext uri="{BB962C8B-B14F-4D97-AF65-F5344CB8AC3E}">
        <p14:creationId xmlns:p14="http://schemas.microsoft.com/office/powerpoint/2010/main" val="140493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87CE9D2-5D8E-41AE-8C7D-76759193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Background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398">
            <a:extLst>
              <a:ext uri="{FF2B5EF4-FFF2-40B4-BE49-F238E27FC236}">
                <a16:creationId xmlns:a16="http://schemas.microsoft.com/office/drawing/2014/main" id="{485FCF3F-575C-F560-7A6F-D5D01AAEC8DA}"/>
              </a:ext>
            </a:extLst>
          </p:cNvPr>
          <p:cNvSpPr/>
          <p:nvPr/>
        </p:nvSpPr>
        <p:spPr>
          <a:xfrm>
            <a:off x="381632" y="5852443"/>
            <a:ext cx="3721100" cy="154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69"/>
              </a:lnSpc>
              <a:tabLst/>
            </a:pPr>
            <a:endParaRPr sz="1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[</a:t>
            </a:r>
            <a:r>
              <a:rPr sz="1100" kern="0" spc="-1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1] Y Gu et al. International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Journal of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Solids and Structures. 2023</a:t>
            </a:r>
            <a:endParaRPr sz="1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pic>
        <p:nvPicPr>
          <p:cNvPr id="14" name="picture 384">
            <a:extLst>
              <a:ext uri="{FF2B5EF4-FFF2-40B4-BE49-F238E27FC236}">
                <a16:creationId xmlns:a16="http://schemas.microsoft.com/office/drawing/2014/main" id="{5A1FE227-2A30-18A1-68D7-777CAA05E5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266"/>
          <a:stretch>
            <a:fillRect/>
          </a:stretch>
        </p:blipFill>
        <p:spPr>
          <a:xfrm>
            <a:off x="7290101" y="916177"/>
            <a:ext cx="4557476" cy="2650985"/>
          </a:xfrm>
          <a:prstGeom prst="rect">
            <a:avLst/>
          </a:prstGeom>
        </p:spPr>
      </p:pic>
      <p:pic>
        <p:nvPicPr>
          <p:cNvPr id="16" name="picture 390">
            <a:extLst>
              <a:ext uri="{FF2B5EF4-FFF2-40B4-BE49-F238E27FC236}">
                <a16:creationId xmlns:a16="http://schemas.microsoft.com/office/drawing/2014/main" id="{3EBE8655-E401-434D-5E7D-8244BD6CA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764" y="1325763"/>
            <a:ext cx="2114422" cy="225552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396C73-934F-4BBE-7DC6-0EA8F92AC223}"/>
              </a:ext>
            </a:extLst>
          </p:cNvPr>
          <p:cNvSpPr txBox="1"/>
          <p:nvPr/>
        </p:nvSpPr>
        <p:spPr>
          <a:xfrm>
            <a:off x="238265" y="3863366"/>
            <a:ext cx="51371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ocalized crack-tip fields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rgbClr val="407FB7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NNs are biased toward smooth fields </a:t>
            </a:r>
          </a:p>
          <a:p>
            <a:pPr marL="342900" lvl="0" indent="-342900" algn="just">
              <a:buClr>
                <a:srgbClr val="407FB7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Crack-tip singularity and displacement discontinuity are difficult to capture </a:t>
            </a:r>
          </a:p>
          <a:p>
            <a:pPr marL="342900" lvl="0" indent="-342900" algn="just">
              <a:buClr>
                <a:srgbClr val="407FB7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strongly depends on near-tip sampling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rgbClr val="407FB7"/>
              </a:buClr>
              <a:buSzPct val="50000"/>
              <a:buFont typeface="Wingdings" panose="05000000000000000000" pitchFamily="2" charset="2"/>
              <a:buChar char="u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rgbClr val="407FB7"/>
              </a:buClr>
              <a:buSzPct val="50000"/>
              <a:buFont typeface="Wingdings" panose="05000000000000000000" pitchFamily="2" charset="2"/>
              <a:buChar char="u"/>
            </a:pP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59FBBE-5952-370C-836D-486F76735D0E}"/>
              </a:ext>
            </a:extLst>
          </p:cNvPr>
          <p:cNvSpPr txBox="1"/>
          <p:nvPr/>
        </p:nvSpPr>
        <p:spPr>
          <a:xfrm>
            <a:off x="5351828" y="994423"/>
            <a:ext cx="2079698" cy="308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 rtl="0" eaLnBrk="0">
              <a:lnSpc>
                <a:spcPct val="78000"/>
              </a:lnSpc>
              <a:tabLst/>
            </a:pPr>
            <a:r>
              <a:rPr lang="en-US" altLang="zh-CN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Conventional </a:t>
            </a:r>
            <a:r>
              <a:rPr lang="en-US" altLang="zh-CN"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PINN</a:t>
            </a:r>
            <a:endParaRPr lang="en-US" altLang="zh-CN"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5B763A-ACE7-AC5E-0EF1-A9148E621A1E}"/>
              </a:ext>
            </a:extLst>
          </p:cNvPr>
          <p:cNvSpPr txBox="1"/>
          <p:nvPr/>
        </p:nvSpPr>
        <p:spPr>
          <a:xfrm>
            <a:off x="373939" y="1125217"/>
            <a:ext cx="50975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Difficulties of Conventional PINNs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Freihandform: Form 96">
            <a:extLst>
              <a:ext uri="{FF2B5EF4-FFF2-40B4-BE49-F238E27FC236}">
                <a16:creationId xmlns:a16="http://schemas.microsoft.com/office/drawing/2014/main" id="{2273590A-CB08-D3FB-ED28-5B4E7E4362D1}"/>
              </a:ext>
            </a:extLst>
          </p:cNvPr>
          <p:cNvSpPr/>
          <p:nvPr/>
        </p:nvSpPr>
        <p:spPr>
          <a:xfrm>
            <a:off x="5680780" y="3940733"/>
            <a:ext cx="2290915" cy="1682610"/>
          </a:xfrm>
          <a:custGeom>
            <a:avLst/>
            <a:gdLst>
              <a:gd name="connsiteX0" fmla="*/ 0 w 1440000"/>
              <a:gd name="connsiteY0" fmla="*/ 0 h 2160000"/>
              <a:gd name="connsiteX1" fmla="*/ 1440000 w 1440000"/>
              <a:gd name="connsiteY1" fmla="*/ 0 h 2160000"/>
              <a:gd name="connsiteX2" fmla="*/ 1440000 w 1440000"/>
              <a:gd name="connsiteY2" fmla="*/ 2160000 h 2160000"/>
              <a:gd name="connsiteX3" fmla="*/ 0 w 1440000"/>
              <a:gd name="connsiteY3" fmla="*/ 2160000 h 2160000"/>
              <a:gd name="connsiteX4" fmla="*/ 0 w 1440000"/>
              <a:gd name="connsiteY4" fmla="*/ 1170000 h 2160000"/>
              <a:gd name="connsiteX5" fmla="*/ 720000 w 1440000"/>
              <a:gd name="connsiteY5" fmla="*/ 1080000 h 2160000"/>
              <a:gd name="connsiteX6" fmla="*/ 0 w 1440000"/>
              <a:gd name="connsiteY6" fmla="*/ 99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0000" h="2160000">
                <a:moveTo>
                  <a:pt x="0" y="0"/>
                </a:moveTo>
                <a:lnTo>
                  <a:pt x="1440000" y="0"/>
                </a:lnTo>
                <a:lnTo>
                  <a:pt x="1440000" y="2160000"/>
                </a:lnTo>
                <a:lnTo>
                  <a:pt x="0" y="2160000"/>
                </a:lnTo>
                <a:lnTo>
                  <a:pt x="0" y="1170000"/>
                </a:lnTo>
                <a:lnTo>
                  <a:pt x="720000" y="1080000"/>
                </a:lnTo>
                <a:lnTo>
                  <a:pt x="0" y="990000"/>
                </a:lnTo>
                <a:close/>
              </a:path>
            </a:pathLst>
          </a:custGeom>
          <a:gradFill flip="none" rotWithShape="1">
            <a:gsLst>
              <a:gs pos="75000">
                <a:srgbClr val="F0D2D7"/>
              </a:gs>
              <a:gs pos="25000">
                <a:srgbClr val="C8B4DC"/>
              </a:gs>
              <a:gs pos="50000">
                <a:schemeClr val="bg1"/>
              </a:gs>
            </a:gsLst>
            <a:lin ang="2700000" scaled="1"/>
            <a:tileRect/>
          </a:gradFill>
          <a:ln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DF76C7C-468B-A53E-B4BA-336FDF4CEDF1}"/>
                  </a:ext>
                </a:extLst>
              </p:cNvPr>
              <p:cNvSpPr txBox="1"/>
              <p:nvPr/>
            </p:nvSpPr>
            <p:spPr>
              <a:xfrm>
                <a:off x="6132875" y="5201589"/>
                <a:ext cx="170760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Crack Surface 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1200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⟦</m:t>
                        </m:r>
                        <m:r>
                          <a:rPr lang="zh-CN" altLang="en-US" sz="1200" b="1" i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zh-CN" altLang="en-US" sz="1200" b="0" i="0">
                            <a:latin typeface="Cambria Math" panose="02040503050406030204" pitchFamily="18" charset="0"/>
                          </a:rPr>
                          <m:t>⟧≠0</m:t>
                        </m:r>
                      </m:e>
                    </m:eqArr>
                  </m:oMath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DF76C7C-468B-A53E-B4BA-336FDF4CE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875" y="5201589"/>
                <a:ext cx="1707605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Gerade Verbindung mit Pfeil 106">
            <a:extLst>
              <a:ext uri="{FF2B5EF4-FFF2-40B4-BE49-F238E27FC236}">
                <a16:creationId xmlns:a16="http://schemas.microsoft.com/office/drawing/2014/main" id="{E041A8B0-4AD1-1109-8D57-8C5278BB797A}"/>
              </a:ext>
            </a:extLst>
          </p:cNvPr>
          <p:cNvCxnSpPr>
            <a:cxnSpLocks/>
          </p:cNvCxnSpPr>
          <p:nvPr/>
        </p:nvCxnSpPr>
        <p:spPr>
          <a:xfrm>
            <a:off x="6132875" y="4838791"/>
            <a:ext cx="407511" cy="332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C851AF5-12AC-C9BE-F29B-F0A98B4C569B}"/>
              </a:ext>
            </a:extLst>
          </p:cNvPr>
          <p:cNvSpPr txBox="1"/>
          <p:nvPr/>
        </p:nvSpPr>
        <p:spPr>
          <a:xfrm>
            <a:off x="9343134" y="3429000"/>
            <a:ext cx="387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[</a:t>
            </a:r>
            <a:r>
              <a:rPr lang="zh-CN" altLang="en-US" sz="1100" kern="0" spc="-1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US" altLang="zh-CN"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1]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4313CAE-FFEC-071F-CEA8-B3A7DFCCC29E}"/>
              </a:ext>
            </a:extLst>
          </p:cNvPr>
          <p:cNvGrpSpPr>
            <a:grpSpLocks noChangeAspect="1"/>
          </p:cNvGrpSpPr>
          <p:nvPr/>
        </p:nvGrpSpPr>
        <p:grpSpPr>
          <a:xfrm>
            <a:off x="8239817" y="3881887"/>
            <a:ext cx="3456767" cy="1741456"/>
            <a:chOff x="3554414" y="1967319"/>
            <a:chExt cx="3046585" cy="1534814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D1DEFCA-BC32-7D58-9435-CDF621E5A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2" t="8741" r="5840" b="10378"/>
            <a:stretch>
              <a:fillRect/>
            </a:stretch>
          </p:blipFill>
          <p:spPr>
            <a:xfrm>
              <a:off x="3554414" y="1967319"/>
              <a:ext cx="1539061" cy="1534814"/>
            </a:xfrm>
            <a:prstGeom prst="rect">
              <a:avLst/>
            </a:prstGeom>
          </p:spPr>
        </p:pic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E221C20-EBA3-B616-E9A3-998BEDD1418A}"/>
                </a:ext>
              </a:extLst>
            </p:cNvPr>
            <p:cNvGrpSpPr/>
            <p:nvPr/>
          </p:nvGrpSpPr>
          <p:grpSpPr>
            <a:xfrm>
              <a:off x="5266769" y="2110515"/>
              <a:ext cx="1334230" cy="1334230"/>
              <a:chOff x="5048602" y="2488985"/>
              <a:chExt cx="1287534" cy="1287534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D6F56119-67CE-4919-0C28-83A90DA7D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48602" y="2488985"/>
                <a:ext cx="1287534" cy="1287534"/>
              </a:xfrm>
              <a:prstGeom prst="rect">
                <a:avLst/>
              </a:prstGeom>
            </p:spPr>
          </p:pic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FF4E67C-FB87-6B2A-B515-A638DD85726B}"/>
                  </a:ext>
                </a:extLst>
              </p:cNvPr>
              <p:cNvCxnSpPr/>
              <p:nvPr/>
            </p:nvCxnSpPr>
            <p:spPr>
              <a:xfrm>
                <a:off x="5719873" y="3118791"/>
                <a:ext cx="54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E7E894D-E516-5E9B-64B7-D50417DD54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6698" y="2747477"/>
                <a:ext cx="438150" cy="36309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Arc 104">
                <a:extLst>
                  <a:ext uri="{FF2B5EF4-FFF2-40B4-BE49-F238E27FC236}">
                    <a16:creationId xmlns:a16="http://schemas.microsoft.com/office/drawing/2014/main" id="{96D5AF05-09E3-E020-DE80-82FA86E40ED3}"/>
                  </a:ext>
                </a:extLst>
              </p:cNvPr>
              <p:cNvSpPr/>
              <p:nvPr/>
            </p:nvSpPr>
            <p:spPr>
              <a:xfrm rot="3800615">
                <a:off x="5677203" y="3018797"/>
                <a:ext cx="180000" cy="180000"/>
              </a:xfrm>
              <a:prstGeom prst="arc">
                <a:avLst>
                  <a:gd name="adj1" fmla="val 14619709"/>
                  <a:gd name="adj2" fmla="val 17826232"/>
                </a:avLst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0D43394-CD38-D5F9-8262-41129C6FFF25}"/>
                  </a:ext>
                </a:extLst>
              </p:cNvPr>
              <p:cNvSpPr txBox="1"/>
              <p:nvPr/>
            </p:nvSpPr>
            <p:spPr>
              <a:xfrm>
                <a:off x="5824039" y="2901211"/>
                <a:ext cx="22811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endParaRPr lang="zh-CN" altLang="en-US" sz="1100" i="1" dirty="0"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6F3A6E7-A12F-AC00-1F5D-F1B8EE27E443}"/>
                  </a:ext>
                </a:extLst>
              </p:cNvPr>
              <p:cNvSpPr txBox="1"/>
              <p:nvPr/>
            </p:nvSpPr>
            <p:spPr>
              <a:xfrm>
                <a:off x="5799230" y="2643459"/>
                <a:ext cx="22811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zh-CN" altLang="en-US" sz="1100" i="1" dirty="0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B79532B9-F9CF-D38D-4286-52CCA6452918}"/>
                </a:ext>
              </a:extLst>
            </p:cNvPr>
            <p:cNvGrpSpPr/>
            <p:nvPr/>
          </p:nvGrpSpPr>
          <p:grpSpPr>
            <a:xfrm rot="5400000">
              <a:off x="4122579" y="1714891"/>
              <a:ext cx="1187429" cy="2105806"/>
              <a:chOff x="3853829" y="1539178"/>
              <a:chExt cx="1431619" cy="2269879"/>
            </a:xfrm>
          </p:grpSpPr>
          <p:sp>
            <p:nvSpPr>
              <p:cNvPr id="98" name="Ellipse 40">
                <a:extLst>
                  <a:ext uri="{FF2B5EF4-FFF2-40B4-BE49-F238E27FC236}">
                    <a16:creationId xmlns:a16="http://schemas.microsoft.com/office/drawing/2014/main" id="{DCEA7940-58AF-E748-E01E-321DDFFC5B16}"/>
                  </a:ext>
                </a:extLst>
              </p:cNvPr>
              <p:cNvSpPr/>
              <p:nvPr/>
            </p:nvSpPr>
            <p:spPr>
              <a:xfrm>
                <a:off x="4453999" y="2895012"/>
                <a:ext cx="191265" cy="17100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27D49F44-5011-56AF-675D-9B0313F81A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3437531" y="1967690"/>
                <a:ext cx="1422306" cy="5897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ED93CE0-ECA1-1975-06E4-2B418C1C01E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40104" y="1928356"/>
                <a:ext cx="1434522" cy="6561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362D925-1F40-7A34-B523-72C046617892}"/>
                  </a:ext>
                </a:extLst>
              </p:cNvPr>
              <p:cNvSpPr txBox="1"/>
              <p:nvPr/>
            </p:nvSpPr>
            <p:spPr>
              <a:xfrm rot="16200000">
                <a:off x="4129706" y="3554620"/>
                <a:ext cx="182026" cy="326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endParaRPr lang="zh-CN" altLang="en-US" sz="11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58D43395-A0BD-C7FD-464E-ACFADEBE41B7}"/>
                    </a:ext>
                  </a:extLst>
                </p:cNvPr>
                <p:cNvSpPr txBox="1"/>
                <p:nvPr/>
              </p:nvSpPr>
              <p:spPr>
                <a:xfrm>
                  <a:off x="5379517" y="2818393"/>
                  <a:ext cx="1025589" cy="3908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:r>
                    <a:rPr lang="en-US" altLang="zh-CN" sz="105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Stress: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rad>
                        </m:den>
                      </m:f>
                    </m:oMath>
                  </a14:m>
                  <a:endParaRPr lang="en-US" altLang="zh-CN" sz="105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r"/>
                  <a:r>
                    <a:rPr lang="en-US" altLang="zh-CN" sz="10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Displacement: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05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rad>
                    </m:oMath>
                  </a14:m>
                  <a:endParaRPr lang="zh-CN" altLang="en-US" sz="105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050BCC99-E5FE-907F-D7EB-0EC39AF36B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517" y="2818393"/>
                  <a:ext cx="1025589" cy="390834"/>
                </a:xfrm>
                <a:prstGeom prst="rect">
                  <a:avLst/>
                </a:prstGeom>
                <a:blipFill>
                  <a:blip r:embed="rId8"/>
                  <a:stretch>
                    <a:fillRect r="-3158" b="-178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F9933751-3578-13F7-CC8F-ABCC12F68E3C}"/>
              </a:ext>
            </a:extLst>
          </p:cNvPr>
          <p:cNvSpPr txBox="1"/>
          <p:nvPr/>
        </p:nvSpPr>
        <p:spPr>
          <a:xfrm>
            <a:off x="9112954" y="5570580"/>
            <a:ext cx="195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Crack-tip singularity</a:t>
            </a:r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158A77A-97DB-0B23-310E-217B85D057A5}"/>
              </a:ext>
            </a:extLst>
          </p:cNvPr>
          <p:cNvSpPr txBox="1"/>
          <p:nvPr/>
        </p:nvSpPr>
        <p:spPr>
          <a:xfrm>
            <a:off x="5590437" y="5570580"/>
            <a:ext cx="25153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surface 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discontinuity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  <p:sp>
        <p:nvSpPr>
          <p:cNvPr id="112" name="Rechteck 25">
            <a:extLst>
              <a:ext uri="{FF2B5EF4-FFF2-40B4-BE49-F238E27FC236}">
                <a16:creationId xmlns:a16="http://schemas.microsoft.com/office/drawing/2014/main" id="{0038F775-F06A-BE4E-78AA-4F161AC498D7}"/>
              </a:ext>
            </a:extLst>
          </p:cNvPr>
          <p:cNvSpPr/>
          <p:nvPr/>
        </p:nvSpPr>
        <p:spPr>
          <a:xfrm>
            <a:off x="5410200" y="838200"/>
            <a:ext cx="6518476" cy="2831415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2700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hteck 25">
            <a:extLst>
              <a:ext uri="{FF2B5EF4-FFF2-40B4-BE49-F238E27FC236}">
                <a16:creationId xmlns:a16="http://schemas.microsoft.com/office/drawing/2014/main" id="{443E1E4B-72C3-7007-A44B-2CBC4A41E16F}"/>
              </a:ext>
            </a:extLst>
          </p:cNvPr>
          <p:cNvSpPr/>
          <p:nvPr/>
        </p:nvSpPr>
        <p:spPr>
          <a:xfrm>
            <a:off x="5410980" y="3745815"/>
            <a:ext cx="6518476" cy="2163319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2700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5E663FB-1970-4BB8-516E-5964642471C8}"/>
                  </a:ext>
                </a:extLst>
              </p:cNvPr>
              <p:cNvSpPr txBox="1"/>
              <p:nvPr/>
            </p:nvSpPr>
            <p:spPr>
              <a:xfrm>
                <a:off x="-387889" y="2476181"/>
                <a:ext cx="6094562" cy="459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borderBox>
                            <m:borderBoxPr>
                              <m:ctrlPr>
                                <a:rPr lang="zh-CN" altLang="en-US" i="0">
                                  <a:latin typeface="Cambria Math" panose="02040503050406030204" pitchFamily="18" charset="0"/>
                                </a:rPr>
                              </m:ctrlPr>
                            </m:borderBox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PDE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PDE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BC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BC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+⋯</m:t>
                              </m:r>
                            </m:e>
                          </m:borderBox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5E663FB-1970-4BB8-516E-596464247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7889" y="2476181"/>
                <a:ext cx="6094562" cy="4591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DF5A73D-2DE0-24BE-7687-7F68E7B6FF8E}"/>
                  </a:ext>
                </a:extLst>
              </p:cNvPr>
              <p:cNvSpPr txBox="1"/>
              <p:nvPr/>
            </p:nvSpPr>
            <p:spPr>
              <a:xfrm>
                <a:off x="-329681" y="5295550"/>
                <a:ext cx="6094562" cy="4585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borderBox>
                            <m:borderBox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borderBoxPr>
                            <m:e>
                              <m:eqArr>
                                <m:eqArr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⟦</m:t>
                                  </m:r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⟧≠0</m:t>
                                  </m:r>
                                </m:e>
                              </m:eqAr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eqArr>
                                <m:eqArr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−1/2</m:t>
                                      </m:r>
                                    </m:sup>
                                  </m:sSup>
                                </m:e>
                              </m:eqAr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borderBox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DF5A73D-2DE0-24BE-7687-7F68E7B6F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681" y="5295550"/>
                <a:ext cx="6094562" cy="4585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58C61A-D434-2096-9A01-202A04E08CA1}"/>
              </a:ext>
            </a:extLst>
          </p:cNvPr>
          <p:cNvSpPr txBox="1"/>
          <p:nvPr/>
        </p:nvSpPr>
        <p:spPr>
          <a:xfrm>
            <a:off x="347879" y="1650031"/>
            <a:ext cx="6290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o-RO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Residual-based training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407FB7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PDE and boundary losses must be carefully balanced </a:t>
            </a:r>
          </a:p>
          <a:p>
            <a:pPr marL="285750" lvl="0" indent="-285750" algn="just">
              <a:buClr>
                <a:srgbClr val="407FB7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becomes stiff and sensitive to loss weighting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83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6" grpId="0"/>
      <p:bldP spid="45" grpId="0" animBg="1"/>
      <p:bldP spid="80" grpId="0"/>
      <p:bldP spid="90" grpId="0"/>
      <p:bldP spid="109" grpId="0"/>
      <p:bldP spid="111" grpId="0"/>
      <p:bldP spid="113" grpId="0" animBg="1"/>
      <p:bldP spid="1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A55A-32C9-100F-A5B3-393D978F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5779391-9E29-F49F-BFCD-9FC99EE4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T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5">
                <a:extLst>
                  <a:ext uri="{FF2B5EF4-FFF2-40B4-BE49-F238E27FC236}">
                    <a16:creationId xmlns:a16="http://schemas.microsoft.com/office/drawing/2014/main" id="{B6CE5CE6-8699-6736-9E1B-E95BE8842118}"/>
                  </a:ext>
                </a:extLst>
              </p:cNvPr>
              <p:cNvSpPr txBox="1"/>
              <p:nvPr/>
            </p:nvSpPr>
            <p:spPr>
              <a:xfrm>
                <a:off x="839449" y="1937416"/>
                <a:ext cx="2587622" cy="221913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Re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̄"/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″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𝑦𝑦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Re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̄"/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″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Im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̄"/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″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Re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𝜅𝜑</m:t>
                                        </m:r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̄"/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̄"/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func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Im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𝜅𝜑</m:t>
                                        </m:r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̄"/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̄"/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func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Object 15">
                <a:extLst>
                  <a:ext uri="{FF2B5EF4-FFF2-40B4-BE49-F238E27FC236}">
                    <a16:creationId xmlns:a16="http://schemas.microsoft.com/office/drawing/2014/main" id="{B6CE5CE6-8699-6736-9E1B-E95BE8842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49" y="1937416"/>
                <a:ext cx="2587622" cy="22191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9A4EAFB-A18D-F932-30AD-9D919F752482}"/>
              </a:ext>
            </a:extLst>
          </p:cNvPr>
          <p:cNvSpPr txBox="1"/>
          <p:nvPr/>
        </p:nvSpPr>
        <p:spPr>
          <a:xfrm>
            <a:off x="533400" y="1302229"/>
            <a:ext cx="3124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Kolosov–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Muskhelishvili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(KM)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</a:t>
            </a: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baseline="30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[1] </a:t>
            </a:r>
            <a:endParaRPr lang="en-GB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B38F7-46D0-0BB6-13F0-787E50CEFB66}"/>
              </a:ext>
            </a:extLst>
          </p:cNvPr>
          <p:cNvSpPr txBox="1"/>
          <p:nvPr/>
        </p:nvSpPr>
        <p:spPr>
          <a:xfrm>
            <a:off x="1214188" y="3629363"/>
            <a:ext cx="153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5">
                <a:extLst>
                  <a:ext uri="{FF2B5EF4-FFF2-40B4-BE49-F238E27FC236}">
                    <a16:creationId xmlns:a16="http://schemas.microsoft.com/office/drawing/2014/main" id="{789030EE-313D-BBE3-13F0-A328B21A285E}"/>
                  </a:ext>
                </a:extLst>
              </p:cNvPr>
              <p:cNvSpPr txBox="1"/>
              <p:nvPr/>
            </p:nvSpPr>
            <p:spPr>
              <a:xfrm>
                <a:off x="1207612" y="3998695"/>
                <a:ext cx="1619250" cy="27404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Object 35">
                <a:extLst>
                  <a:ext uri="{FF2B5EF4-FFF2-40B4-BE49-F238E27FC236}">
                    <a16:creationId xmlns:a16="http://schemas.microsoft.com/office/drawing/2014/main" id="{789030EE-313D-BBE3-13F0-A328B21A2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612" y="3998695"/>
                <a:ext cx="1619250" cy="274041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">
                <a:extLst>
                  <a:ext uri="{FF2B5EF4-FFF2-40B4-BE49-F238E27FC236}">
                    <a16:creationId xmlns:a16="http://schemas.microsoft.com/office/drawing/2014/main" id="{444CB3C0-261B-61BF-BB88-6A127F30C7AA}"/>
                  </a:ext>
                </a:extLst>
              </p:cNvPr>
              <p:cNvSpPr txBox="1"/>
              <p:nvPr/>
            </p:nvSpPr>
            <p:spPr>
              <a:xfrm>
                <a:off x="627238" y="4381500"/>
                <a:ext cx="3270250" cy="952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bar>
                        <m:barPr>
                          <m:pos m:val="top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ba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bar>
                        <m:barPr>
                          <m:pos m:val="top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ba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Object 1">
                <a:extLst>
                  <a:ext uri="{FF2B5EF4-FFF2-40B4-BE49-F238E27FC236}">
                    <a16:creationId xmlns:a16="http://schemas.microsoft.com/office/drawing/2014/main" id="{444CB3C0-261B-61BF-BB88-6A127F30C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38" y="4381500"/>
                <a:ext cx="3270250" cy="952500"/>
              </a:xfrm>
              <a:prstGeom prst="rect">
                <a:avLst/>
              </a:prstGeom>
              <a:blipFill>
                <a:blip r:embed="rId5"/>
                <a:stretch>
                  <a:fillRect t="-75000" b="-129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0E3EBEE5-6763-1F7F-C26A-E533360429C5}"/>
              </a:ext>
            </a:extLst>
          </p:cNvPr>
          <p:cNvSpPr/>
          <p:nvPr/>
        </p:nvSpPr>
        <p:spPr>
          <a:xfrm>
            <a:off x="4251119" y="1476134"/>
            <a:ext cx="2926466" cy="407444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123479-E84C-DBE3-AD32-669980A0DBEA}"/>
              </a:ext>
            </a:extLst>
          </p:cNvPr>
          <p:cNvGrpSpPr/>
          <p:nvPr/>
        </p:nvGrpSpPr>
        <p:grpSpPr>
          <a:xfrm>
            <a:off x="5866696" y="1852132"/>
            <a:ext cx="1015358" cy="1075133"/>
            <a:chOff x="155824" y="5175851"/>
            <a:chExt cx="1015358" cy="1075133"/>
          </a:xfrm>
        </p:grpSpPr>
        <p:sp>
          <p:nvSpPr>
            <p:cNvPr id="159" name="Rectangle: Rounded Corners 455">
              <a:extLst>
                <a:ext uri="{FF2B5EF4-FFF2-40B4-BE49-F238E27FC236}">
                  <a16:creationId xmlns:a16="http://schemas.microsoft.com/office/drawing/2014/main" id="{7C75596D-EB0F-896D-E452-50DAE4A96072}"/>
                </a:ext>
              </a:extLst>
            </p:cNvPr>
            <p:cNvSpPr/>
            <p:nvPr/>
          </p:nvSpPr>
          <p:spPr>
            <a:xfrm rot="16200000" flipV="1">
              <a:off x="140136" y="5219938"/>
              <a:ext cx="1046734" cy="1015358"/>
            </a:xfrm>
            <a:prstGeom prst="roundRect">
              <a:avLst/>
            </a:prstGeom>
            <a:solidFill>
              <a:srgbClr val="FAF1F3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Oval 56">
              <a:extLst>
                <a:ext uri="{FF2B5EF4-FFF2-40B4-BE49-F238E27FC236}">
                  <a16:creationId xmlns:a16="http://schemas.microsoft.com/office/drawing/2014/main" id="{E8A2978B-AA23-92A5-BFF3-CCAF5CE28620}"/>
                </a:ext>
              </a:extLst>
            </p:cNvPr>
            <p:cNvSpPr/>
            <p:nvPr/>
          </p:nvSpPr>
          <p:spPr>
            <a:xfrm rot="16200000">
              <a:off x="213217" y="601579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TextBox 447">
              <a:extLst>
                <a:ext uri="{FF2B5EF4-FFF2-40B4-BE49-F238E27FC236}">
                  <a16:creationId xmlns:a16="http://schemas.microsoft.com/office/drawing/2014/main" id="{81F84ECF-8FC6-CFAE-9BBD-F1A15F4A3A1E}"/>
                </a:ext>
              </a:extLst>
            </p:cNvPr>
            <p:cNvSpPr txBox="1"/>
            <p:nvPr/>
          </p:nvSpPr>
          <p:spPr>
            <a:xfrm>
              <a:off x="687862" y="5920062"/>
              <a:ext cx="300082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62" name="Oval 56">
              <a:extLst>
                <a:ext uri="{FF2B5EF4-FFF2-40B4-BE49-F238E27FC236}">
                  <a16:creationId xmlns:a16="http://schemas.microsoft.com/office/drawing/2014/main" id="{A0F4DEA0-E6B2-1F06-740A-122C3899C596}"/>
                </a:ext>
              </a:extLst>
            </p:cNvPr>
            <p:cNvSpPr/>
            <p:nvPr/>
          </p:nvSpPr>
          <p:spPr>
            <a:xfrm rot="16200000">
              <a:off x="213217" y="5644323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Oval 56">
              <a:extLst>
                <a:ext uri="{FF2B5EF4-FFF2-40B4-BE49-F238E27FC236}">
                  <a16:creationId xmlns:a16="http://schemas.microsoft.com/office/drawing/2014/main" id="{34CB6E43-8439-FFE5-46E6-08A0BEA59B70}"/>
                </a:ext>
              </a:extLst>
            </p:cNvPr>
            <p:cNvSpPr/>
            <p:nvPr/>
          </p:nvSpPr>
          <p:spPr>
            <a:xfrm rot="16200000">
              <a:off x="213217" y="527284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Oval 56">
              <a:extLst>
                <a:ext uri="{FF2B5EF4-FFF2-40B4-BE49-F238E27FC236}">
                  <a16:creationId xmlns:a16="http://schemas.microsoft.com/office/drawing/2014/main" id="{C26E29C5-D531-0B34-31EA-5464D3C90B01}"/>
                </a:ext>
              </a:extLst>
            </p:cNvPr>
            <p:cNvSpPr/>
            <p:nvPr/>
          </p:nvSpPr>
          <p:spPr>
            <a:xfrm rot="16200000">
              <a:off x="518017" y="601579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Oval 56">
              <a:extLst>
                <a:ext uri="{FF2B5EF4-FFF2-40B4-BE49-F238E27FC236}">
                  <a16:creationId xmlns:a16="http://schemas.microsoft.com/office/drawing/2014/main" id="{BFC05CB6-AF42-1763-8BC5-213F0FD8A13F}"/>
                </a:ext>
              </a:extLst>
            </p:cNvPr>
            <p:cNvSpPr/>
            <p:nvPr/>
          </p:nvSpPr>
          <p:spPr>
            <a:xfrm rot="16200000">
              <a:off x="518017" y="5644323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Oval 56">
              <a:extLst>
                <a:ext uri="{FF2B5EF4-FFF2-40B4-BE49-F238E27FC236}">
                  <a16:creationId xmlns:a16="http://schemas.microsoft.com/office/drawing/2014/main" id="{D6A95CF0-9888-AD1D-66BA-11EE77A2884F}"/>
                </a:ext>
              </a:extLst>
            </p:cNvPr>
            <p:cNvSpPr/>
            <p:nvPr/>
          </p:nvSpPr>
          <p:spPr>
            <a:xfrm rot="16200000">
              <a:off x="518017" y="527284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Oval 56">
              <a:extLst>
                <a:ext uri="{FF2B5EF4-FFF2-40B4-BE49-F238E27FC236}">
                  <a16:creationId xmlns:a16="http://schemas.microsoft.com/office/drawing/2014/main" id="{B5843C01-8150-62A2-DAA6-B5FA02C21EB8}"/>
                </a:ext>
              </a:extLst>
            </p:cNvPr>
            <p:cNvSpPr/>
            <p:nvPr/>
          </p:nvSpPr>
          <p:spPr>
            <a:xfrm rot="16200000">
              <a:off x="929473" y="601579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Oval 56">
              <a:extLst>
                <a:ext uri="{FF2B5EF4-FFF2-40B4-BE49-F238E27FC236}">
                  <a16:creationId xmlns:a16="http://schemas.microsoft.com/office/drawing/2014/main" id="{13D8F78B-2F1B-25FC-0FAF-85ADD57DEB0B}"/>
                </a:ext>
              </a:extLst>
            </p:cNvPr>
            <p:cNvSpPr/>
            <p:nvPr/>
          </p:nvSpPr>
          <p:spPr>
            <a:xfrm rot="16200000">
              <a:off x="929473" y="5644323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Oval 56">
              <a:extLst>
                <a:ext uri="{FF2B5EF4-FFF2-40B4-BE49-F238E27FC236}">
                  <a16:creationId xmlns:a16="http://schemas.microsoft.com/office/drawing/2014/main" id="{6DA53C74-6BF6-0471-E147-BC4670E2ABD4}"/>
                </a:ext>
              </a:extLst>
            </p:cNvPr>
            <p:cNvSpPr/>
            <p:nvPr/>
          </p:nvSpPr>
          <p:spPr>
            <a:xfrm rot="16200000">
              <a:off x="929473" y="527284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TextBox 447">
              <a:extLst>
                <a:ext uri="{FF2B5EF4-FFF2-40B4-BE49-F238E27FC236}">
                  <a16:creationId xmlns:a16="http://schemas.microsoft.com/office/drawing/2014/main" id="{D952B899-00D6-CA03-0B6E-3851EDFFE85C}"/>
                </a:ext>
              </a:extLst>
            </p:cNvPr>
            <p:cNvSpPr txBox="1"/>
            <p:nvPr/>
          </p:nvSpPr>
          <p:spPr>
            <a:xfrm>
              <a:off x="688692" y="5547956"/>
              <a:ext cx="300082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71" name="TextBox 447">
              <a:extLst>
                <a:ext uri="{FF2B5EF4-FFF2-40B4-BE49-F238E27FC236}">
                  <a16:creationId xmlns:a16="http://schemas.microsoft.com/office/drawing/2014/main" id="{C8AA95DD-E444-C0AB-88B3-10DE6FC557D6}"/>
                </a:ext>
              </a:extLst>
            </p:cNvPr>
            <p:cNvSpPr txBox="1"/>
            <p:nvPr/>
          </p:nvSpPr>
          <p:spPr>
            <a:xfrm>
              <a:off x="687862" y="5175851"/>
              <a:ext cx="300082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172" name="Gerader Verbinder 380">
              <a:extLst>
                <a:ext uri="{FF2B5EF4-FFF2-40B4-BE49-F238E27FC236}">
                  <a16:creationId xmlns:a16="http://schemas.microsoft.com/office/drawing/2014/main" id="{6621A84C-C0B9-77BF-A034-5C1A566EBAF3}"/>
                </a:ext>
              </a:extLst>
            </p:cNvPr>
            <p:cNvCxnSpPr>
              <a:cxnSpLocks/>
              <a:stCxn id="160" idx="6"/>
              <a:endCxn id="165" idx="2"/>
            </p:cNvCxnSpPr>
            <p:nvPr/>
          </p:nvCxnSpPr>
          <p:spPr>
            <a:xfrm rot="16200000">
              <a:off x="359880" y="5767661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r Verbinder 382">
              <a:extLst>
                <a:ext uri="{FF2B5EF4-FFF2-40B4-BE49-F238E27FC236}">
                  <a16:creationId xmlns:a16="http://schemas.microsoft.com/office/drawing/2014/main" id="{4023E769-0B0F-92CC-EBC7-336D589D9D73}"/>
                </a:ext>
              </a:extLst>
            </p:cNvPr>
            <p:cNvCxnSpPr>
              <a:cxnSpLocks/>
              <a:stCxn id="160" idx="6"/>
              <a:endCxn id="162" idx="2"/>
            </p:cNvCxnSpPr>
            <p:nvPr/>
          </p:nvCxnSpPr>
          <p:spPr>
            <a:xfrm rot="16200000">
              <a:off x="207480" y="5920061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Gerader Verbinder 384">
              <a:extLst>
                <a:ext uri="{FF2B5EF4-FFF2-40B4-BE49-F238E27FC236}">
                  <a16:creationId xmlns:a16="http://schemas.microsoft.com/office/drawing/2014/main" id="{7F5F9D32-F025-AD8D-2A21-E7A336AFB2A7}"/>
                </a:ext>
              </a:extLst>
            </p:cNvPr>
            <p:cNvCxnSpPr>
              <a:cxnSpLocks/>
              <a:stCxn id="160" idx="6"/>
              <a:endCxn id="168" idx="2"/>
            </p:cNvCxnSpPr>
            <p:nvPr/>
          </p:nvCxnSpPr>
          <p:spPr>
            <a:xfrm rot="16200000">
              <a:off x="565608" y="5561933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Gerader Verbinder 386">
              <a:extLst>
                <a:ext uri="{FF2B5EF4-FFF2-40B4-BE49-F238E27FC236}">
                  <a16:creationId xmlns:a16="http://schemas.microsoft.com/office/drawing/2014/main" id="{C7648C9B-8919-40EB-871B-B2A1599A7BEF}"/>
                </a:ext>
              </a:extLst>
            </p:cNvPr>
            <p:cNvCxnSpPr>
              <a:cxnSpLocks/>
              <a:stCxn id="164" idx="6"/>
              <a:endCxn id="162" idx="2"/>
            </p:cNvCxnSpPr>
            <p:nvPr/>
          </p:nvCxnSpPr>
          <p:spPr>
            <a:xfrm rot="16200000" flipV="1">
              <a:off x="359880" y="5767661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r Verbinder 388">
              <a:extLst>
                <a:ext uri="{FF2B5EF4-FFF2-40B4-BE49-F238E27FC236}">
                  <a16:creationId xmlns:a16="http://schemas.microsoft.com/office/drawing/2014/main" id="{0D9034BD-8CF5-543A-A060-3F486B95E7C7}"/>
                </a:ext>
              </a:extLst>
            </p:cNvPr>
            <p:cNvCxnSpPr>
              <a:cxnSpLocks/>
              <a:stCxn id="164" idx="6"/>
              <a:endCxn id="165" idx="2"/>
            </p:cNvCxnSpPr>
            <p:nvPr/>
          </p:nvCxnSpPr>
          <p:spPr>
            <a:xfrm rot="16200000">
              <a:off x="512280" y="5920061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Gerader Verbinder 390">
              <a:extLst>
                <a:ext uri="{FF2B5EF4-FFF2-40B4-BE49-F238E27FC236}">
                  <a16:creationId xmlns:a16="http://schemas.microsoft.com/office/drawing/2014/main" id="{2329AF4A-CE45-6024-8544-975372D2B5E8}"/>
                </a:ext>
              </a:extLst>
            </p:cNvPr>
            <p:cNvCxnSpPr>
              <a:cxnSpLocks/>
              <a:stCxn id="164" idx="6"/>
              <a:endCxn id="168" idx="2"/>
            </p:cNvCxnSpPr>
            <p:nvPr/>
          </p:nvCxnSpPr>
          <p:spPr>
            <a:xfrm rot="16200000">
              <a:off x="718008" y="5714333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Gerader Verbinder 392">
              <a:extLst>
                <a:ext uri="{FF2B5EF4-FFF2-40B4-BE49-F238E27FC236}">
                  <a16:creationId xmlns:a16="http://schemas.microsoft.com/office/drawing/2014/main" id="{A4680C48-11D4-9D19-98FC-FF4830BAA853}"/>
                </a:ext>
              </a:extLst>
            </p:cNvPr>
            <p:cNvCxnSpPr>
              <a:cxnSpLocks/>
              <a:stCxn id="167" idx="6"/>
              <a:endCxn id="162" idx="2"/>
            </p:cNvCxnSpPr>
            <p:nvPr/>
          </p:nvCxnSpPr>
          <p:spPr>
            <a:xfrm rot="16200000" flipV="1">
              <a:off x="565608" y="5561933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r Verbinder 394">
              <a:extLst>
                <a:ext uri="{FF2B5EF4-FFF2-40B4-BE49-F238E27FC236}">
                  <a16:creationId xmlns:a16="http://schemas.microsoft.com/office/drawing/2014/main" id="{1C7AB86B-0976-4889-95AB-44E9201E36D4}"/>
                </a:ext>
              </a:extLst>
            </p:cNvPr>
            <p:cNvCxnSpPr>
              <a:cxnSpLocks/>
              <a:stCxn id="167" idx="6"/>
              <a:endCxn id="165" idx="2"/>
            </p:cNvCxnSpPr>
            <p:nvPr/>
          </p:nvCxnSpPr>
          <p:spPr>
            <a:xfrm rot="16200000" flipV="1">
              <a:off x="718008" y="5714333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Gerader Verbinder 396">
              <a:extLst>
                <a:ext uri="{FF2B5EF4-FFF2-40B4-BE49-F238E27FC236}">
                  <a16:creationId xmlns:a16="http://schemas.microsoft.com/office/drawing/2014/main" id="{2F19173D-6C53-B0AD-5882-FB7FF3F055D8}"/>
                </a:ext>
              </a:extLst>
            </p:cNvPr>
            <p:cNvCxnSpPr>
              <a:cxnSpLocks/>
              <a:stCxn id="167" idx="6"/>
              <a:endCxn id="168" idx="2"/>
            </p:cNvCxnSpPr>
            <p:nvPr/>
          </p:nvCxnSpPr>
          <p:spPr>
            <a:xfrm rot="16200000">
              <a:off x="923736" y="5920061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r Verbinder 398">
              <a:extLst>
                <a:ext uri="{FF2B5EF4-FFF2-40B4-BE49-F238E27FC236}">
                  <a16:creationId xmlns:a16="http://schemas.microsoft.com/office/drawing/2014/main" id="{EE2A3E39-54E4-8C65-B9A3-0E32FC5CAD82}"/>
                </a:ext>
              </a:extLst>
            </p:cNvPr>
            <p:cNvCxnSpPr>
              <a:cxnSpLocks/>
              <a:stCxn id="162" idx="6"/>
              <a:endCxn id="166" idx="2"/>
            </p:cNvCxnSpPr>
            <p:nvPr/>
          </p:nvCxnSpPr>
          <p:spPr>
            <a:xfrm rot="16200000">
              <a:off x="359879" y="5396186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Gerader Verbinder 400">
              <a:extLst>
                <a:ext uri="{FF2B5EF4-FFF2-40B4-BE49-F238E27FC236}">
                  <a16:creationId xmlns:a16="http://schemas.microsoft.com/office/drawing/2014/main" id="{7E0BE7E3-A181-34A8-AB53-51ECC002D9B7}"/>
                </a:ext>
              </a:extLst>
            </p:cNvPr>
            <p:cNvCxnSpPr>
              <a:cxnSpLocks/>
              <a:stCxn id="162" idx="6"/>
              <a:endCxn id="163" idx="2"/>
            </p:cNvCxnSpPr>
            <p:nvPr/>
          </p:nvCxnSpPr>
          <p:spPr>
            <a:xfrm rot="16200000">
              <a:off x="207479" y="5548586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r Verbinder 402">
              <a:extLst>
                <a:ext uri="{FF2B5EF4-FFF2-40B4-BE49-F238E27FC236}">
                  <a16:creationId xmlns:a16="http://schemas.microsoft.com/office/drawing/2014/main" id="{E5883E26-2739-1CF3-2189-BA160C741E8B}"/>
                </a:ext>
              </a:extLst>
            </p:cNvPr>
            <p:cNvCxnSpPr>
              <a:cxnSpLocks/>
              <a:stCxn id="162" idx="6"/>
              <a:endCxn id="169" idx="2"/>
            </p:cNvCxnSpPr>
            <p:nvPr/>
          </p:nvCxnSpPr>
          <p:spPr>
            <a:xfrm rot="16200000">
              <a:off x="565607" y="5190458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Gerader Verbinder 404">
              <a:extLst>
                <a:ext uri="{FF2B5EF4-FFF2-40B4-BE49-F238E27FC236}">
                  <a16:creationId xmlns:a16="http://schemas.microsoft.com/office/drawing/2014/main" id="{7994E0C0-FDC3-D0CA-DD64-00A1E24916BB}"/>
                </a:ext>
              </a:extLst>
            </p:cNvPr>
            <p:cNvCxnSpPr>
              <a:cxnSpLocks/>
              <a:stCxn id="165" idx="6"/>
              <a:endCxn id="163" idx="2"/>
            </p:cNvCxnSpPr>
            <p:nvPr/>
          </p:nvCxnSpPr>
          <p:spPr>
            <a:xfrm rot="16200000" flipV="1">
              <a:off x="359879" y="5396186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Gerader Verbinder 406">
              <a:extLst>
                <a:ext uri="{FF2B5EF4-FFF2-40B4-BE49-F238E27FC236}">
                  <a16:creationId xmlns:a16="http://schemas.microsoft.com/office/drawing/2014/main" id="{D9664E53-9425-D67A-FC0F-CD42121C7497}"/>
                </a:ext>
              </a:extLst>
            </p:cNvPr>
            <p:cNvCxnSpPr>
              <a:cxnSpLocks/>
              <a:stCxn id="165" idx="6"/>
              <a:endCxn id="166" idx="2"/>
            </p:cNvCxnSpPr>
            <p:nvPr/>
          </p:nvCxnSpPr>
          <p:spPr>
            <a:xfrm rot="16200000">
              <a:off x="512279" y="5548586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Gerader Verbinder 408">
              <a:extLst>
                <a:ext uri="{FF2B5EF4-FFF2-40B4-BE49-F238E27FC236}">
                  <a16:creationId xmlns:a16="http://schemas.microsoft.com/office/drawing/2014/main" id="{E1CE3C83-147C-22BA-F773-9079A4621A07}"/>
                </a:ext>
              </a:extLst>
            </p:cNvPr>
            <p:cNvCxnSpPr>
              <a:cxnSpLocks/>
              <a:stCxn id="165" idx="6"/>
              <a:endCxn id="169" idx="2"/>
            </p:cNvCxnSpPr>
            <p:nvPr/>
          </p:nvCxnSpPr>
          <p:spPr>
            <a:xfrm rot="16200000">
              <a:off x="718007" y="5342858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r Verbinder 410">
              <a:extLst>
                <a:ext uri="{FF2B5EF4-FFF2-40B4-BE49-F238E27FC236}">
                  <a16:creationId xmlns:a16="http://schemas.microsoft.com/office/drawing/2014/main" id="{44BDB0E1-E728-8D84-15C3-739C5A39EEF4}"/>
                </a:ext>
              </a:extLst>
            </p:cNvPr>
            <p:cNvCxnSpPr>
              <a:cxnSpLocks/>
              <a:stCxn id="168" idx="6"/>
              <a:endCxn id="163" idx="2"/>
            </p:cNvCxnSpPr>
            <p:nvPr/>
          </p:nvCxnSpPr>
          <p:spPr>
            <a:xfrm rot="16200000" flipV="1">
              <a:off x="565607" y="5190458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Gerader Verbinder 412">
              <a:extLst>
                <a:ext uri="{FF2B5EF4-FFF2-40B4-BE49-F238E27FC236}">
                  <a16:creationId xmlns:a16="http://schemas.microsoft.com/office/drawing/2014/main" id="{E10EEF8C-19A6-D46B-C706-9DBF159794DC}"/>
                </a:ext>
              </a:extLst>
            </p:cNvPr>
            <p:cNvCxnSpPr>
              <a:cxnSpLocks/>
              <a:stCxn id="168" idx="6"/>
              <a:endCxn id="166" idx="2"/>
            </p:cNvCxnSpPr>
            <p:nvPr/>
          </p:nvCxnSpPr>
          <p:spPr>
            <a:xfrm rot="16200000" flipV="1">
              <a:off x="718007" y="5342858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r Verbinder 415">
              <a:extLst>
                <a:ext uri="{FF2B5EF4-FFF2-40B4-BE49-F238E27FC236}">
                  <a16:creationId xmlns:a16="http://schemas.microsoft.com/office/drawing/2014/main" id="{D35D1340-1535-DB28-C3C4-00B9035D35C7}"/>
                </a:ext>
              </a:extLst>
            </p:cNvPr>
            <p:cNvCxnSpPr>
              <a:cxnSpLocks/>
              <a:stCxn id="168" idx="6"/>
              <a:endCxn id="169" idx="2"/>
            </p:cNvCxnSpPr>
            <p:nvPr/>
          </p:nvCxnSpPr>
          <p:spPr>
            <a:xfrm rot="16200000">
              <a:off x="923735" y="5548586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14E5AD4-FD73-64E3-BD11-239407EB2E34}"/>
              </a:ext>
            </a:extLst>
          </p:cNvPr>
          <p:cNvGrpSpPr/>
          <p:nvPr/>
        </p:nvGrpSpPr>
        <p:grpSpPr>
          <a:xfrm>
            <a:off x="4543969" y="1851563"/>
            <a:ext cx="1015358" cy="1075133"/>
            <a:chOff x="155824" y="5175851"/>
            <a:chExt cx="1015358" cy="1075133"/>
          </a:xfrm>
        </p:grpSpPr>
        <p:sp>
          <p:nvSpPr>
            <p:cNvPr id="128" name="Rectangle: Rounded Corners 455">
              <a:extLst>
                <a:ext uri="{FF2B5EF4-FFF2-40B4-BE49-F238E27FC236}">
                  <a16:creationId xmlns:a16="http://schemas.microsoft.com/office/drawing/2014/main" id="{88DA0D7A-5E18-5262-8F57-B71583E7B9CA}"/>
                </a:ext>
              </a:extLst>
            </p:cNvPr>
            <p:cNvSpPr/>
            <p:nvPr/>
          </p:nvSpPr>
          <p:spPr>
            <a:xfrm rot="16200000" flipV="1">
              <a:off x="140136" y="5219938"/>
              <a:ext cx="1046734" cy="1015358"/>
            </a:xfrm>
            <a:prstGeom prst="roundRect">
              <a:avLst/>
            </a:prstGeom>
            <a:solidFill>
              <a:srgbClr val="FAF1F3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Oval 56">
              <a:extLst>
                <a:ext uri="{FF2B5EF4-FFF2-40B4-BE49-F238E27FC236}">
                  <a16:creationId xmlns:a16="http://schemas.microsoft.com/office/drawing/2014/main" id="{1D9DAD22-90D9-C615-FF8B-33BE3518BE9D}"/>
                </a:ext>
              </a:extLst>
            </p:cNvPr>
            <p:cNvSpPr/>
            <p:nvPr/>
          </p:nvSpPr>
          <p:spPr>
            <a:xfrm rot="16200000">
              <a:off x="213217" y="601579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TextBox 447">
              <a:extLst>
                <a:ext uri="{FF2B5EF4-FFF2-40B4-BE49-F238E27FC236}">
                  <a16:creationId xmlns:a16="http://schemas.microsoft.com/office/drawing/2014/main" id="{7079C4B3-F8D3-BD86-5A6B-E5100C0AEEA2}"/>
                </a:ext>
              </a:extLst>
            </p:cNvPr>
            <p:cNvSpPr txBox="1"/>
            <p:nvPr/>
          </p:nvSpPr>
          <p:spPr>
            <a:xfrm>
              <a:off x="687862" y="5920062"/>
              <a:ext cx="300082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31" name="Oval 56">
              <a:extLst>
                <a:ext uri="{FF2B5EF4-FFF2-40B4-BE49-F238E27FC236}">
                  <a16:creationId xmlns:a16="http://schemas.microsoft.com/office/drawing/2014/main" id="{F12D898B-A8CE-6D0C-66D3-8E84BA600E35}"/>
                </a:ext>
              </a:extLst>
            </p:cNvPr>
            <p:cNvSpPr/>
            <p:nvPr/>
          </p:nvSpPr>
          <p:spPr>
            <a:xfrm rot="16200000">
              <a:off x="213217" y="5644323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Oval 56">
              <a:extLst>
                <a:ext uri="{FF2B5EF4-FFF2-40B4-BE49-F238E27FC236}">
                  <a16:creationId xmlns:a16="http://schemas.microsoft.com/office/drawing/2014/main" id="{AE71F226-5F67-B376-4CFB-7200E091C56F}"/>
                </a:ext>
              </a:extLst>
            </p:cNvPr>
            <p:cNvSpPr/>
            <p:nvPr/>
          </p:nvSpPr>
          <p:spPr>
            <a:xfrm rot="16200000">
              <a:off x="213217" y="527284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56">
              <a:extLst>
                <a:ext uri="{FF2B5EF4-FFF2-40B4-BE49-F238E27FC236}">
                  <a16:creationId xmlns:a16="http://schemas.microsoft.com/office/drawing/2014/main" id="{302A29A3-8469-6B02-F1C6-AD3271114E27}"/>
                </a:ext>
              </a:extLst>
            </p:cNvPr>
            <p:cNvSpPr/>
            <p:nvPr/>
          </p:nvSpPr>
          <p:spPr>
            <a:xfrm rot="16200000">
              <a:off x="518017" y="601579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Oval 56">
              <a:extLst>
                <a:ext uri="{FF2B5EF4-FFF2-40B4-BE49-F238E27FC236}">
                  <a16:creationId xmlns:a16="http://schemas.microsoft.com/office/drawing/2014/main" id="{EC6F4651-0BBA-0429-8B34-26E1141D1BDE}"/>
                </a:ext>
              </a:extLst>
            </p:cNvPr>
            <p:cNvSpPr/>
            <p:nvPr/>
          </p:nvSpPr>
          <p:spPr>
            <a:xfrm rot="16200000">
              <a:off x="518017" y="5644323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Oval 56">
              <a:extLst>
                <a:ext uri="{FF2B5EF4-FFF2-40B4-BE49-F238E27FC236}">
                  <a16:creationId xmlns:a16="http://schemas.microsoft.com/office/drawing/2014/main" id="{033D3380-F24E-E178-B48A-1DA14E031737}"/>
                </a:ext>
              </a:extLst>
            </p:cNvPr>
            <p:cNvSpPr/>
            <p:nvPr/>
          </p:nvSpPr>
          <p:spPr>
            <a:xfrm rot="16200000">
              <a:off x="518017" y="527284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56">
              <a:extLst>
                <a:ext uri="{FF2B5EF4-FFF2-40B4-BE49-F238E27FC236}">
                  <a16:creationId xmlns:a16="http://schemas.microsoft.com/office/drawing/2014/main" id="{A7C0185F-F8B6-4222-BC0C-F99C67B59EC0}"/>
                </a:ext>
              </a:extLst>
            </p:cNvPr>
            <p:cNvSpPr/>
            <p:nvPr/>
          </p:nvSpPr>
          <p:spPr>
            <a:xfrm rot="16200000">
              <a:off x="929473" y="601579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Oval 56">
              <a:extLst>
                <a:ext uri="{FF2B5EF4-FFF2-40B4-BE49-F238E27FC236}">
                  <a16:creationId xmlns:a16="http://schemas.microsoft.com/office/drawing/2014/main" id="{935E5F3A-1165-DD25-4705-E0F1F235F0C0}"/>
                </a:ext>
              </a:extLst>
            </p:cNvPr>
            <p:cNvSpPr/>
            <p:nvPr/>
          </p:nvSpPr>
          <p:spPr>
            <a:xfrm rot="16200000">
              <a:off x="929473" y="5644323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Oval 56">
              <a:extLst>
                <a:ext uri="{FF2B5EF4-FFF2-40B4-BE49-F238E27FC236}">
                  <a16:creationId xmlns:a16="http://schemas.microsoft.com/office/drawing/2014/main" id="{9867F516-5A97-338E-E800-88332908A7DC}"/>
                </a:ext>
              </a:extLst>
            </p:cNvPr>
            <p:cNvSpPr/>
            <p:nvPr/>
          </p:nvSpPr>
          <p:spPr>
            <a:xfrm rot="16200000">
              <a:off x="929473" y="5272848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Box 447">
              <a:extLst>
                <a:ext uri="{FF2B5EF4-FFF2-40B4-BE49-F238E27FC236}">
                  <a16:creationId xmlns:a16="http://schemas.microsoft.com/office/drawing/2014/main" id="{4A1F7740-5384-9E57-96D9-F010E7A99C9C}"/>
                </a:ext>
              </a:extLst>
            </p:cNvPr>
            <p:cNvSpPr txBox="1"/>
            <p:nvPr/>
          </p:nvSpPr>
          <p:spPr>
            <a:xfrm>
              <a:off x="688692" y="5547956"/>
              <a:ext cx="300082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40" name="TextBox 447">
              <a:extLst>
                <a:ext uri="{FF2B5EF4-FFF2-40B4-BE49-F238E27FC236}">
                  <a16:creationId xmlns:a16="http://schemas.microsoft.com/office/drawing/2014/main" id="{6A26BE80-7A7D-6D94-528E-BD39DE985860}"/>
                </a:ext>
              </a:extLst>
            </p:cNvPr>
            <p:cNvSpPr txBox="1"/>
            <p:nvPr/>
          </p:nvSpPr>
          <p:spPr>
            <a:xfrm>
              <a:off x="687862" y="5175851"/>
              <a:ext cx="300082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141" name="Gerader Verbinder 380">
              <a:extLst>
                <a:ext uri="{FF2B5EF4-FFF2-40B4-BE49-F238E27FC236}">
                  <a16:creationId xmlns:a16="http://schemas.microsoft.com/office/drawing/2014/main" id="{CB9000BC-BEFA-B0F2-2D7F-9D5ACA7C9052}"/>
                </a:ext>
              </a:extLst>
            </p:cNvPr>
            <p:cNvCxnSpPr>
              <a:cxnSpLocks/>
              <a:stCxn id="129" idx="6"/>
              <a:endCxn id="134" idx="2"/>
            </p:cNvCxnSpPr>
            <p:nvPr/>
          </p:nvCxnSpPr>
          <p:spPr>
            <a:xfrm rot="16200000">
              <a:off x="359880" y="5767661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r Verbinder 382">
              <a:extLst>
                <a:ext uri="{FF2B5EF4-FFF2-40B4-BE49-F238E27FC236}">
                  <a16:creationId xmlns:a16="http://schemas.microsoft.com/office/drawing/2014/main" id="{C6E4CB5E-0E77-26AA-1C13-DAB0A8E24B28}"/>
                </a:ext>
              </a:extLst>
            </p:cNvPr>
            <p:cNvCxnSpPr>
              <a:cxnSpLocks/>
              <a:stCxn id="129" idx="6"/>
              <a:endCxn id="131" idx="2"/>
            </p:cNvCxnSpPr>
            <p:nvPr/>
          </p:nvCxnSpPr>
          <p:spPr>
            <a:xfrm rot="16200000">
              <a:off x="207480" y="5920061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Gerader Verbinder 384">
              <a:extLst>
                <a:ext uri="{FF2B5EF4-FFF2-40B4-BE49-F238E27FC236}">
                  <a16:creationId xmlns:a16="http://schemas.microsoft.com/office/drawing/2014/main" id="{5B0C2BDC-B97C-5382-DAF2-56688D710DB6}"/>
                </a:ext>
              </a:extLst>
            </p:cNvPr>
            <p:cNvCxnSpPr>
              <a:cxnSpLocks/>
              <a:stCxn id="129" idx="6"/>
              <a:endCxn id="137" idx="2"/>
            </p:cNvCxnSpPr>
            <p:nvPr/>
          </p:nvCxnSpPr>
          <p:spPr>
            <a:xfrm rot="16200000">
              <a:off x="565608" y="5561933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r Verbinder 386">
              <a:extLst>
                <a:ext uri="{FF2B5EF4-FFF2-40B4-BE49-F238E27FC236}">
                  <a16:creationId xmlns:a16="http://schemas.microsoft.com/office/drawing/2014/main" id="{6411FA06-FB66-67D0-8651-1E97F4D17D2A}"/>
                </a:ext>
              </a:extLst>
            </p:cNvPr>
            <p:cNvCxnSpPr>
              <a:cxnSpLocks/>
              <a:stCxn id="133" idx="6"/>
              <a:endCxn id="131" idx="2"/>
            </p:cNvCxnSpPr>
            <p:nvPr/>
          </p:nvCxnSpPr>
          <p:spPr>
            <a:xfrm rot="16200000" flipV="1">
              <a:off x="359880" y="5767661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r Verbinder 388">
              <a:extLst>
                <a:ext uri="{FF2B5EF4-FFF2-40B4-BE49-F238E27FC236}">
                  <a16:creationId xmlns:a16="http://schemas.microsoft.com/office/drawing/2014/main" id="{1A58F734-E5F2-0890-5E78-5A0C20942343}"/>
                </a:ext>
              </a:extLst>
            </p:cNvPr>
            <p:cNvCxnSpPr>
              <a:cxnSpLocks/>
              <a:stCxn id="133" idx="6"/>
              <a:endCxn id="134" idx="2"/>
            </p:cNvCxnSpPr>
            <p:nvPr/>
          </p:nvCxnSpPr>
          <p:spPr>
            <a:xfrm rot="16200000">
              <a:off x="512280" y="5920061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Gerader Verbinder 390">
              <a:extLst>
                <a:ext uri="{FF2B5EF4-FFF2-40B4-BE49-F238E27FC236}">
                  <a16:creationId xmlns:a16="http://schemas.microsoft.com/office/drawing/2014/main" id="{07EB2CF2-FD8D-F69F-33F3-D6AD22CF5034}"/>
                </a:ext>
              </a:extLst>
            </p:cNvPr>
            <p:cNvCxnSpPr>
              <a:cxnSpLocks/>
              <a:stCxn id="133" idx="6"/>
              <a:endCxn id="137" idx="2"/>
            </p:cNvCxnSpPr>
            <p:nvPr/>
          </p:nvCxnSpPr>
          <p:spPr>
            <a:xfrm rot="16200000">
              <a:off x="718008" y="5714333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r Verbinder 392">
              <a:extLst>
                <a:ext uri="{FF2B5EF4-FFF2-40B4-BE49-F238E27FC236}">
                  <a16:creationId xmlns:a16="http://schemas.microsoft.com/office/drawing/2014/main" id="{67ADC4B0-ED30-540C-58F2-D671BAC113D4}"/>
                </a:ext>
              </a:extLst>
            </p:cNvPr>
            <p:cNvCxnSpPr>
              <a:cxnSpLocks/>
              <a:stCxn id="136" idx="6"/>
              <a:endCxn id="131" idx="2"/>
            </p:cNvCxnSpPr>
            <p:nvPr/>
          </p:nvCxnSpPr>
          <p:spPr>
            <a:xfrm rot="16200000" flipV="1">
              <a:off x="565608" y="5561933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r Verbinder 394">
              <a:extLst>
                <a:ext uri="{FF2B5EF4-FFF2-40B4-BE49-F238E27FC236}">
                  <a16:creationId xmlns:a16="http://schemas.microsoft.com/office/drawing/2014/main" id="{EF561FCC-5A65-8745-EE8D-6C91CEFC9CF2}"/>
                </a:ext>
              </a:extLst>
            </p:cNvPr>
            <p:cNvCxnSpPr>
              <a:cxnSpLocks/>
              <a:stCxn id="136" idx="6"/>
              <a:endCxn id="134" idx="2"/>
            </p:cNvCxnSpPr>
            <p:nvPr/>
          </p:nvCxnSpPr>
          <p:spPr>
            <a:xfrm rot="16200000" flipV="1">
              <a:off x="718008" y="5714333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r Verbinder 396">
              <a:extLst>
                <a:ext uri="{FF2B5EF4-FFF2-40B4-BE49-F238E27FC236}">
                  <a16:creationId xmlns:a16="http://schemas.microsoft.com/office/drawing/2014/main" id="{FE6DB837-D5D3-2D35-E4E8-6D1A1E340FE0}"/>
                </a:ext>
              </a:extLst>
            </p:cNvPr>
            <p:cNvCxnSpPr>
              <a:cxnSpLocks/>
              <a:stCxn id="136" idx="6"/>
              <a:endCxn id="137" idx="2"/>
            </p:cNvCxnSpPr>
            <p:nvPr/>
          </p:nvCxnSpPr>
          <p:spPr>
            <a:xfrm rot="16200000">
              <a:off x="923736" y="5920061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r Verbinder 398">
              <a:extLst>
                <a:ext uri="{FF2B5EF4-FFF2-40B4-BE49-F238E27FC236}">
                  <a16:creationId xmlns:a16="http://schemas.microsoft.com/office/drawing/2014/main" id="{F33714B4-2D56-B55F-088C-D889BD8119BC}"/>
                </a:ext>
              </a:extLst>
            </p:cNvPr>
            <p:cNvCxnSpPr>
              <a:cxnSpLocks/>
              <a:stCxn id="131" idx="6"/>
              <a:endCxn id="135" idx="2"/>
            </p:cNvCxnSpPr>
            <p:nvPr/>
          </p:nvCxnSpPr>
          <p:spPr>
            <a:xfrm rot="16200000">
              <a:off x="359879" y="5396186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r Verbinder 400">
              <a:extLst>
                <a:ext uri="{FF2B5EF4-FFF2-40B4-BE49-F238E27FC236}">
                  <a16:creationId xmlns:a16="http://schemas.microsoft.com/office/drawing/2014/main" id="{FF823D07-7EEC-5710-6DA3-CE3F610BBCB6}"/>
                </a:ext>
              </a:extLst>
            </p:cNvPr>
            <p:cNvCxnSpPr>
              <a:cxnSpLocks/>
              <a:stCxn id="131" idx="6"/>
              <a:endCxn id="132" idx="2"/>
            </p:cNvCxnSpPr>
            <p:nvPr/>
          </p:nvCxnSpPr>
          <p:spPr>
            <a:xfrm rot="16200000">
              <a:off x="207479" y="5548586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r Verbinder 402">
              <a:extLst>
                <a:ext uri="{FF2B5EF4-FFF2-40B4-BE49-F238E27FC236}">
                  <a16:creationId xmlns:a16="http://schemas.microsoft.com/office/drawing/2014/main" id="{EA7CCC23-9B09-98C4-A500-4FDB472583BB}"/>
                </a:ext>
              </a:extLst>
            </p:cNvPr>
            <p:cNvCxnSpPr>
              <a:cxnSpLocks/>
              <a:stCxn id="131" idx="6"/>
              <a:endCxn id="138" idx="2"/>
            </p:cNvCxnSpPr>
            <p:nvPr/>
          </p:nvCxnSpPr>
          <p:spPr>
            <a:xfrm rot="16200000">
              <a:off x="565607" y="5190458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r Verbinder 404">
              <a:extLst>
                <a:ext uri="{FF2B5EF4-FFF2-40B4-BE49-F238E27FC236}">
                  <a16:creationId xmlns:a16="http://schemas.microsoft.com/office/drawing/2014/main" id="{D63B115B-ABCF-52B0-10D0-0644183D709D}"/>
                </a:ext>
              </a:extLst>
            </p:cNvPr>
            <p:cNvCxnSpPr>
              <a:cxnSpLocks/>
              <a:stCxn id="134" idx="6"/>
              <a:endCxn id="132" idx="2"/>
            </p:cNvCxnSpPr>
            <p:nvPr/>
          </p:nvCxnSpPr>
          <p:spPr>
            <a:xfrm rot="16200000" flipV="1">
              <a:off x="359879" y="5396186"/>
              <a:ext cx="191475" cy="3048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Gerader Verbinder 406">
              <a:extLst>
                <a:ext uri="{FF2B5EF4-FFF2-40B4-BE49-F238E27FC236}">
                  <a16:creationId xmlns:a16="http://schemas.microsoft.com/office/drawing/2014/main" id="{6371C113-0CF5-E154-BA74-69A71AEBCBF1}"/>
                </a:ext>
              </a:extLst>
            </p:cNvPr>
            <p:cNvCxnSpPr>
              <a:cxnSpLocks/>
              <a:stCxn id="134" idx="6"/>
              <a:endCxn id="135" idx="2"/>
            </p:cNvCxnSpPr>
            <p:nvPr/>
          </p:nvCxnSpPr>
          <p:spPr>
            <a:xfrm rot="16200000">
              <a:off x="512279" y="5548586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408">
              <a:extLst>
                <a:ext uri="{FF2B5EF4-FFF2-40B4-BE49-F238E27FC236}">
                  <a16:creationId xmlns:a16="http://schemas.microsoft.com/office/drawing/2014/main" id="{E35FC3F1-0526-4C6D-CF41-7AE4814EEEC4}"/>
                </a:ext>
              </a:extLst>
            </p:cNvPr>
            <p:cNvCxnSpPr>
              <a:cxnSpLocks/>
              <a:stCxn id="134" idx="6"/>
              <a:endCxn id="138" idx="2"/>
            </p:cNvCxnSpPr>
            <p:nvPr/>
          </p:nvCxnSpPr>
          <p:spPr>
            <a:xfrm rot="16200000">
              <a:off x="718007" y="5342858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r Verbinder 410">
              <a:extLst>
                <a:ext uri="{FF2B5EF4-FFF2-40B4-BE49-F238E27FC236}">
                  <a16:creationId xmlns:a16="http://schemas.microsoft.com/office/drawing/2014/main" id="{F0F0014B-9488-FE50-F30F-43CE4DDF903C}"/>
                </a:ext>
              </a:extLst>
            </p:cNvPr>
            <p:cNvCxnSpPr>
              <a:cxnSpLocks/>
              <a:stCxn id="137" idx="6"/>
              <a:endCxn id="132" idx="2"/>
            </p:cNvCxnSpPr>
            <p:nvPr/>
          </p:nvCxnSpPr>
          <p:spPr>
            <a:xfrm rot="16200000" flipV="1">
              <a:off x="565607" y="5190458"/>
              <a:ext cx="191475" cy="7162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412">
              <a:extLst>
                <a:ext uri="{FF2B5EF4-FFF2-40B4-BE49-F238E27FC236}">
                  <a16:creationId xmlns:a16="http://schemas.microsoft.com/office/drawing/2014/main" id="{D3114707-459D-FDE0-DCB1-70CBAA475CE5}"/>
                </a:ext>
              </a:extLst>
            </p:cNvPr>
            <p:cNvCxnSpPr>
              <a:cxnSpLocks/>
              <a:stCxn id="137" idx="6"/>
              <a:endCxn id="135" idx="2"/>
            </p:cNvCxnSpPr>
            <p:nvPr/>
          </p:nvCxnSpPr>
          <p:spPr>
            <a:xfrm rot="16200000" flipV="1">
              <a:off x="718007" y="5342858"/>
              <a:ext cx="191475" cy="411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r Verbinder 415">
              <a:extLst>
                <a:ext uri="{FF2B5EF4-FFF2-40B4-BE49-F238E27FC236}">
                  <a16:creationId xmlns:a16="http://schemas.microsoft.com/office/drawing/2014/main" id="{A422064A-48A6-9A55-6D4E-E08DF4B276D7}"/>
                </a:ext>
              </a:extLst>
            </p:cNvPr>
            <p:cNvCxnSpPr>
              <a:cxnSpLocks/>
              <a:stCxn id="137" idx="6"/>
              <a:endCxn id="138" idx="2"/>
            </p:cNvCxnSpPr>
            <p:nvPr/>
          </p:nvCxnSpPr>
          <p:spPr>
            <a:xfrm rot="16200000">
              <a:off x="923735" y="5548586"/>
              <a:ext cx="191475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: Rounded Corners 443">
            <a:extLst>
              <a:ext uri="{FF2B5EF4-FFF2-40B4-BE49-F238E27FC236}">
                <a16:creationId xmlns:a16="http://schemas.microsoft.com/office/drawing/2014/main" id="{4E2F0326-95C6-20F2-C88D-CDD6A2CC36F9}"/>
              </a:ext>
            </a:extLst>
          </p:cNvPr>
          <p:cNvSpPr/>
          <p:nvPr/>
        </p:nvSpPr>
        <p:spPr>
          <a:xfrm rot="5400000" flipV="1">
            <a:off x="5150960" y="3533780"/>
            <a:ext cx="1266190" cy="2107079"/>
          </a:xfrm>
          <a:prstGeom prst="roundRect">
            <a:avLst/>
          </a:prstGeom>
          <a:solidFill>
            <a:srgbClr val="C8B4DC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41">
            <a:extLst>
              <a:ext uri="{FF2B5EF4-FFF2-40B4-BE49-F238E27FC236}">
                <a16:creationId xmlns:a16="http://schemas.microsoft.com/office/drawing/2014/main" id="{DAC1EAA6-EA86-329F-E572-FA0AFC3A9BD1}"/>
              </a:ext>
            </a:extLst>
          </p:cNvPr>
          <p:cNvSpPr/>
          <p:nvPr/>
        </p:nvSpPr>
        <p:spPr>
          <a:xfrm rot="5400000">
            <a:off x="5588352" y="1535677"/>
            <a:ext cx="252000" cy="252000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altLang="zh-CN" sz="12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z</a:t>
            </a:r>
            <a:endParaRPr lang="en-US" sz="1200" b="1" i="1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41">
                <a:extLst>
                  <a:ext uri="{FF2B5EF4-FFF2-40B4-BE49-F238E27FC236}">
                    <a16:creationId xmlns:a16="http://schemas.microsoft.com/office/drawing/2014/main" id="{86A1F35F-E04A-2664-BC54-2F7C20907F09}"/>
                  </a:ext>
                </a:extLst>
              </p:cNvPr>
              <p:cNvSpPr/>
              <p:nvPr/>
            </p:nvSpPr>
            <p:spPr>
              <a:xfrm rot="5400000">
                <a:off x="6279566" y="3348248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l-GR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𝝍</m:t>
                      </m:r>
                    </m:oMath>
                  </m:oMathPara>
                </a14:m>
                <a:endParaRPr lang="en-US" sz="1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Oval 41">
                <a:extLst>
                  <a:ext uri="{FF2B5EF4-FFF2-40B4-BE49-F238E27FC236}">
                    <a16:creationId xmlns:a16="http://schemas.microsoft.com/office/drawing/2014/main" id="{86A1F35F-E04A-2664-BC54-2F7C20907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279566" y="3348248"/>
                <a:ext cx="270000" cy="27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41">
                <a:extLst>
                  <a:ext uri="{FF2B5EF4-FFF2-40B4-BE49-F238E27FC236}">
                    <a16:creationId xmlns:a16="http://schemas.microsoft.com/office/drawing/2014/main" id="{1F9B3FF1-3755-144C-E00A-08FD4EAEFC7B}"/>
                  </a:ext>
                </a:extLst>
              </p:cNvPr>
              <p:cNvSpPr/>
              <p:nvPr/>
            </p:nvSpPr>
            <p:spPr>
              <a:xfrm rot="5400000">
                <a:off x="4966387" y="3344884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l-GR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𝝋</m:t>
                      </m:r>
                    </m:oMath>
                  </m:oMathPara>
                </a14:m>
                <a:endParaRPr lang="en-US" sz="1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Oval 41">
                <a:extLst>
                  <a:ext uri="{FF2B5EF4-FFF2-40B4-BE49-F238E27FC236}">
                    <a16:creationId xmlns:a16="http://schemas.microsoft.com/office/drawing/2014/main" id="{1F9B3FF1-3755-144C-E00A-08FD4EAEFC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966387" y="3344884"/>
                <a:ext cx="270000" cy="27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Gerader Verbinder 483">
            <a:extLst>
              <a:ext uri="{FF2B5EF4-FFF2-40B4-BE49-F238E27FC236}">
                <a16:creationId xmlns:a16="http://schemas.microsoft.com/office/drawing/2014/main" id="{8C5EE3F3-100C-0BB5-4081-F0DB79290EFA}"/>
              </a:ext>
            </a:extLst>
          </p:cNvPr>
          <p:cNvCxnSpPr>
            <a:cxnSpLocks/>
            <a:stCxn id="22" idx="6"/>
            <a:endCxn id="169" idx="6"/>
          </p:cNvCxnSpPr>
          <p:nvPr/>
        </p:nvCxnSpPr>
        <p:spPr>
          <a:xfrm>
            <a:off x="5714352" y="1787677"/>
            <a:ext cx="1015993" cy="16145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485">
            <a:extLst>
              <a:ext uri="{FF2B5EF4-FFF2-40B4-BE49-F238E27FC236}">
                <a16:creationId xmlns:a16="http://schemas.microsoft.com/office/drawing/2014/main" id="{30CD5B0A-1E74-E7BD-355E-3458E1DEA584}"/>
              </a:ext>
            </a:extLst>
          </p:cNvPr>
          <p:cNvCxnSpPr>
            <a:cxnSpLocks/>
            <a:stCxn id="22" idx="6"/>
            <a:endCxn id="166" idx="6"/>
          </p:cNvCxnSpPr>
          <p:nvPr/>
        </p:nvCxnSpPr>
        <p:spPr>
          <a:xfrm>
            <a:off x="5714352" y="1787677"/>
            <a:ext cx="604537" cy="16145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487">
            <a:extLst>
              <a:ext uri="{FF2B5EF4-FFF2-40B4-BE49-F238E27FC236}">
                <a16:creationId xmlns:a16="http://schemas.microsoft.com/office/drawing/2014/main" id="{7024A8B6-B49D-B666-7F95-B949975F1BBD}"/>
              </a:ext>
            </a:extLst>
          </p:cNvPr>
          <p:cNvCxnSpPr>
            <a:cxnSpLocks/>
            <a:stCxn id="22" idx="6"/>
            <a:endCxn id="163" idx="6"/>
          </p:cNvCxnSpPr>
          <p:nvPr/>
        </p:nvCxnSpPr>
        <p:spPr>
          <a:xfrm>
            <a:off x="5714352" y="1787677"/>
            <a:ext cx="299737" cy="16145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489">
            <a:extLst>
              <a:ext uri="{FF2B5EF4-FFF2-40B4-BE49-F238E27FC236}">
                <a16:creationId xmlns:a16="http://schemas.microsoft.com/office/drawing/2014/main" id="{9264014D-06F8-5F2C-310A-78FB5A9C6B78}"/>
              </a:ext>
            </a:extLst>
          </p:cNvPr>
          <p:cNvCxnSpPr>
            <a:cxnSpLocks/>
            <a:stCxn id="22" idx="6"/>
            <a:endCxn id="138" idx="6"/>
          </p:cNvCxnSpPr>
          <p:nvPr/>
        </p:nvCxnSpPr>
        <p:spPr>
          <a:xfrm flipH="1">
            <a:off x="5407618" y="1787677"/>
            <a:ext cx="306734" cy="160883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491">
            <a:extLst>
              <a:ext uri="{FF2B5EF4-FFF2-40B4-BE49-F238E27FC236}">
                <a16:creationId xmlns:a16="http://schemas.microsoft.com/office/drawing/2014/main" id="{73448E17-17B4-A80D-CEC7-C47F9611A230}"/>
              </a:ext>
            </a:extLst>
          </p:cNvPr>
          <p:cNvCxnSpPr>
            <a:cxnSpLocks/>
            <a:stCxn id="22" idx="6"/>
            <a:endCxn id="135" idx="6"/>
          </p:cNvCxnSpPr>
          <p:nvPr/>
        </p:nvCxnSpPr>
        <p:spPr>
          <a:xfrm flipH="1">
            <a:off x="4996162" y="1787677"/>
            <a:ext cx="718190" cy="160883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493">
            <a:extLst>
              <a:ext uri="{FF2B5EF4-FFF2-40B4-BE49-F238E27FC236}">
                <a16:creationId xmlns:a16="http://schemas.microsoft.com/office/drawing/2014/main" id="{AF1E502D-F6F1-5227-1AE3-D8472C94F09E}"/>
              </a:ext>
            </a:extLst>
          </p:cNvPr>
          <p:cNvCxnSpPr>
            <a:cxnSpLocks/>
            <a:stCxn id="22" idx="6"/>
            <a:endCxn id="132" idx="6"/>
          </p:cNvCxnSpPr>
          <p:nvPr/>
        </p:nvCxnSpPr>
        <p:spPr>
          <a:xfrm flipH="1">
            <a:off x="4691362" y="1787677"/>
            <a:ext cx="1022990" cy="160883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495">
            <a:extLst>
              <a:ext uri="{FF2B5EF4-FFF2-40B4-BE49-F238E27FC236}">
                <a16:creationId xmlns:a16="http://schemas.microsoft.com/office/drawing/2014/main" id="{7DE53EC7-FCA0-2321-1EA3-9CA951A19CC5}"/>
              </a:ext>
            </a:extLst>
          </p:cNvPr>
          <p:cNvCxnSpPr>
            <a:cxnSpLocks/>
            <a:stCxn id="167" idx="2"/>
            <a:endCxn id="23" idx="2"/>
          </p:cNvCxnSpPr>
          <p:nvPr/>
        </p:nvCxnSpPr>
        <p:spPr>
          <a:xfrm flipH="1">
            <a:off x="6414566" y="2872079"/>
            <a:ext cx="315779" cy="47616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497">
            <a:extLst>
              <a:ext uri="{FF2B5EF4-FFF2-40B4-BE49-F238E27FC236}">
                <a16:creationId xmlns:a16="http://schemas.microsoft.com/office/drawing/2014/main" id="{84E30AF7-81C4-8290-96CB-52CD9D162CB7}"/>
              </a:ext>
            </a:extLst>
          </p:cNvPr>
          <p:cNvCxnSpPr>
            <a:cxnSpLocks/>
            <a:stCxn id="164" idx="2"/>
            <a:endCxn id="23" idx="2"/>
          </p:cNvCxnSpPr>
          <p:nvPr/>
        </p:nvCxnSpPr>
        <p:spPr>
          <a:xfrm>
            <a:off x="6318889" y="2872079"/>
            <a:ext cx="95677" cy="47616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509">
            <a:extLst>
              <a:ext uri="{FF2B5EF4-FFF2-40B4-BE49-F238E27FC236}">
                <a16:creationId xmlns:a16="http://schemas.microsoft.com/office/drawing/2014/main" id="{7A88C5E3-45EC-EAFB-48FD-4FB540533361}"/>
              </a:ext>
            </a:extLst>
          </p:cNvPr>
          <p:cNvCxnSpPr>
            <a:cxnSpLocks/>
            <a:stCxn id="160" idx="2"/>
            <a:endCxn id="23" idx="2"/>
          </p:cNvCxnSpPr>
          <p:nvPr/>
        </p:nvCxnSpPr>
        <p:spPr>
          <a:xfrm>
            <a:off x="6014089" y="2872079"/>
            <a:ext cx="400477" cy="47616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511">
            <a:extLst>
              <a:ext uri="{FF2B5EF4-FFF2-40B4-BE49-F238E27FC236}">
                <a16:creationId xmlns:a16="http://schemas.microsoft.com/office/drawing/2014/main" id="{8420C9C6-842B-3D2A-1331-D8571F850328}"/>
              </a:ext>
            </a:extLst>
          </p:cNvPr>
          <p:cNvCxnSpPr>
            <a:cxnSpLocks/>
            <a:stCxn id="136" idx="2"/>
            <a:endCxn id="24" idx="2"/>
          </p:cNvCxnSpPr>
          <p:nvPr/>
        </p:nvCxnSpPr>
        <p:spPr>
          <a:xfrm flipH="1">
            <a:off x="5101387" y="2871510"/>
            <a:ext cx="306231" cy="473374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513">
            <a:extLst>
              <a:ext uri="{FF2B5EF4-FFF2-40B4-BE49-F238E27FC236}">
                <a16:creationId xmlns:a16="http://schemas.microsoft.com/office/drawing/2014/main" id="{554C17EA-D009-8479-2CF4-A59BAAC910B9}"/>
              </a:ext>
            </a:extLst>
          </p:cNvPr>
          <p:cNvCxnSpPr>
            <a:cxnSpLocks/>
            <a:stCxn id="133" idx="2"/>
            <a:endCxn id="24" idx="2"/>
          </p:cNvCxnSpPr>
          <p:nvPr/>
        </p:nvCxnSpPr>
        <p:spPr>
          <a:xfrm>
            <a:off x="4996162" y="2871510"/>
            <a:ext cx="105225" cy="473374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515">
            <a:extLst>
              <a:ext uri="{FF2B5EF4-FFF2-40B4-BE49-F238E27FC236}">
                <a16:creationId xmlns:a16="http://schemas.microsoft.com/office/drawing/2014/main" id="{F168BE15-7CC6-F5D4-D6BC-66E66B7BAA38}"/>
              </a:ext>
            </a:extLst>
          </p:cNvPr>
          <p:cNvCxnSpPr>
            <a:cxnSpLocks/>
            <a:stCxn id="129" idx="2"/>
            <a:endCxn id="24" idx="2"/>
          </p:cNvCxnSpPr>
          <p:nvPr/>
        </p:nvCxnSpPr>
        <p:spPr>
          <a:xfrm>
            <a:off x="4691362" y="2871510"/>
            <a:ext cx="410025" cy="473374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hteck 615">
                <a:extLst>
                  <a:ext uri="{FF2B5EF4-FFF2-40B4-BE49-F238E27FC236}">
                    <a16:creationId xmlns:a16="http://schemas.microsoft.com/office/drawing/2014/main" id="{FE669010-6B68-DD84-9422-E1026108466E}"/>
                  </a:ext>
                </a:extLst>
              </p:cNvPr>
              <p:cNvSpPr/>
              <p:nvPr/>
            </p:nvSpPr>
            <p:spPr>
              <a:xfrm rot="5400000">
                <a:off x="6329313" y="4118509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a:rPr lang="el-GR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US" sz="105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Rechteck 615">
                <a:extLst>
                  <a:ext uri="{FF2B5EF4-FFF2-40B4-BE49-F238E27FC236}">
                    <a16:creationId xmlns:a16="http://schemas.microsoft.com/office/drawing/2014/main" id="{FE669010-6B68-DD84-9422-E102610846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329313" y="4118509"/>
                <a:ext cx="252000" cy="25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hteck 616">
                <a:extLst>
                  <a:ext uri="{FF2B5EF4-FFF2-40B4-BE49-F238E27FC236}">
                    <a16:creationId xmlns:a16="http://schemas.microsoft.com/office/drawing/2014/main" id="{D4CF9759-8AA7-E6B4-E089-84EC76D1187F}"/>
                  </a:ext>
                </a:extLst>
              </p:cNvPr>
              <p:cNvSpPr/>
              <p:nvPr/>
            </p:nvSpPr>
            <p:spPr>
              <a:xfrm rot="5400000">
                <a:off x="5880248" y="4119312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a:rPr lang="el-GR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zz</m:t>
                          </m:r>
                        </m:sub>
                      </m:sSub>
                    </m:oMath>
                  </m:oMathPara>
                </a14:m>
                <a:endParaRPr lang="en-US" sz="105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Rechteck 616">
                <a:extLst>
                  <a:ext uri="{FF2B5EF4-FFF2-40B4-BE49-F238E27FC236}">
                    <a16:creationId xmlns:a16="http://schemas.microsoft.com/office/drawing/2014/main" id="{D4CF9759-8AA7-E6B4-E089-84EC76D11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880248" y="4119312"/>
                <a:ext cx="252000" cy="25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hteck 617">
            <a:extLst>
              <a:ext uri="{FF2B5EF4-FFF2-40B4-BE49-F238E27FC236}">
                <a16:creationId xmlns:a16="http://schemas.microsoft.com/office/drawing/2014/main" id="{91DB2EE1-7A5D-5F14-4056-00DE8604CEBF}"/>
              </a:ext>
            </a:extLst>
          </p:cNvPr>
          <p:cNvSpPr/>
          <p:nvPr/>
        </p:nvSpPr>
        <p:spPr>
          <a:xfrm rot="5400000">
            <a:off x="5437325" y="4120164"/>
            <a:ext cx="252000" cy="25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¯¯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hteck 618">
                <a:extLst>
                  <a:ext uri="{FF2B5EF4-FFF2-40B4-BE49-F238E27FC236}">
                    <a16:creationId xmlns:a16="http://schemas.microsoft.com/office/drawing/2014/main" id="{50232E0F-0FD8-F301-4CAE-5119E736926A}"/>
                  </a:ext>
                </a:extLst>
              </p:cNvPr>
              <p:cNvSpPr/>
              <p:nvPr/>
            </p:nvSpPr>
            <p:spPr>
              <a:xfrm rot="5400000">
                <a:off x="4969464" y="4118083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105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05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l-GR" sz="105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𝝏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US" altLang="zh-CN" sz="105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05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sub>
                          </m:sSub>
                        </m:e>
                      </m:acc>
                    </m:oMath>
                  </m:oMathPara>
                </a14:m>
                <a:endParaRPr 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Rechteck 618">
                <a:extLst>
                  <a:ext uri="{FF2B5EF4-FFF2-40B4-BE49-F238E27FC236}">
                    <a16:creationId xmlns:a16="http://schemas.microsoft.com/office/drawing/2014/main" id="{50232E0F-0FD8-F301-4CAE-5119E7369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969464" y="4118083"/>
                <a:ext cx="252000" cy="252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41">
                <a:extLst>
                  <a:ext uri="{FF2B5EF4-FFF2-40B4-BE49-F238E27FC236}">
                    <a16:creationId xmlns:a16="http://schemas.microsoft.com/office/drawing/2014/main" id="{98139103-4477-5400-1DB4-7B2D1115D6E2}"/>
                  </a:ext>
                </a:extLst>
              </p:cNvPr>
              <p:cNvSpPr/>
              <p:nvPr/>
            </p:nvSpPr>
            <p:spPr>
              <a:xfrm rot="5400000">
                <a:off x="6519293" y="4824952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𝒙𝒙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Oval 41">
                <a:extLst>
                  <a:ext uri="{FF2B5EF4-FFF2-40B4-BE49-F238E27FC236}">
                    <a16:creationId xmlns:a16="http://schemas.microsoft.com/office/drawing/2014/main" id="{98139103-4477-5400-1DB4-7B2D1115D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19293" y="4824952"/>
                <a:ext cx="252000" cy="252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41">
                <a:extLst>
                  <a:ext uri="{FF2B5EF4-FFF2-40B4-BE49-F238E27FC236}">
                    <a16:creationId xmlns:a16="http://schemas.microsoft.com/office/drawing/2014/main" id="{57ACE93A-3CE0-797E-7DA1-5CA1DF8C4FCB}"/>
                  </a:ext>
                </a:extLst>
              </p:cNvPr>
              <p:cNvSpPr/>
              <p:nvPr/>
            </p:nvSpPr>
            <p:spPr>
              <a:xfrm rot="5400000">
                <a:off x="6099764" y="4824952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𝒚𝒚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Oval 41">
                <a:extLst>
                  <a:ext uri="{FF2B5EF4-FFF2-40B4-BE49-F238E27FC236}">
                    <a16:creationId xmlns:a16="http://schemas.microsoft.com/office/drawing/2014/main" id="{57ACE93A-3CE0-797E-7DA1-5CA1DF8C4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099764" y="4824952"/>
                <a:ext cx="252000" cy="252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41">
                <a:extLst>
                  <a:ext uri="{FF2B5EF4-FFF2-40B4-BE49-F238E27FC236}">
                    <a16:creationId xmlns:a16="http://schemas.microsoft.com/office/drawing/2014/main" id="{A27E43D3-7DF1-5997-CC6F-EBF414C66B96}"/>
                  </a:ext>
                </a:extLst>
              </p:cNvPr>
              <p:cNvSpPr/>
              <p:nvPr/>
            </p:nvSpPr>
            <p:spPr>
              <a:xfrm rot="5400000">
                <a:off x="5665007" y="4841870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𝒙𝒚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Oval 41">
                <a:extLst>
                  <a:ext uri="{FF2B5EF4-FFF2-40B4-BE49-F238E27FC236}">
                    <a16:creationId xmlns:a16="http://schemas.microsoft.com/office/drawing/2014/main" id="{A27E43D3-7DF1-5997-CC6F-EBF414C66B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665007" y="4841870"/>
                <a:ext cx="252000" cy="252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41">
                <a:extLst>
                  <a:ext uri="{FF2B5EF4-FFF2-40B4-BE49-F238E27FC236}">
                    <a16:creationId xmlns:a16="http://schemas.microsoft.com/office/drawing/2014/main" id="{90F9C814-3002-2699-F386-301728455388}"/>
                  </a:ext>
                </a:extLst>
              </p:cNvPr>
              <p:cNvSpPr/>
              <p:nvPr/>
            </p:nvSpPr>
            <p:spPr>
              <a:xfrm rot="5400000">
                <a:off x="5230383" y="4836204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Oval 41">
                <a:extLst>
                  <a:ext uri="{FF2B5EF4-FFF2-40B4-BE49-F238E27FC236}">
                    <a16:creationId xmlns:a16="http://schemas.microsoft.com/office/drawing/2014/main" id="{90F9C814-3002-2699-F386-3017284553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30383" y="4836204"/>
                <a:ext cx="252000" cy="252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41">
                <a:extLst>
                  <a:ext uri="{FF2B5EF4-FFF2-40B4-BE49-F238E27FC236}">
                    <a16:creationId xmlns:a16="http://schemas.microsoft.com/office/drawing/2014/main" id="{49BE3DEC-96C3-8DEB-0002-99320EB6E51C}"/>
                  </a:ext>
                </a:extLst>
              </p:cNvPr>
              <p:cNvSpPr/>
              <p:nvPr/>
            </p:nvSpPr>
            <p:spPr>
              <a:xfrm rot="5400000">
                <a:off x="4801487" y="4841870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altLang="zh-CN" sz="11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Oval 41">
                <a:extLst>
                  <a:ext uri="{FF2B5EF4-FFF2-40B4-BE49-F238E27FC236}">
                    <a16:creationId xmlns:a16="http://schemas.microsoft.com/office/drawing/2014/main" id="{49BE3DEC-96C3-8DEB-0002-99320EB6E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801487" y="4841870"/>
                <a:ext cx="252000" cy="252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Gerader Verbinder 633">
            <a:extLst>
              <a:ext uri="{FF2B5EF4-FFF2-40B4-BE49-F238E27FC236}">
                <a16:creationId xmlns:a16="http://schemas.microsoft.com/office/drawing/2014/main" id="{E5249284-323F-BF4A-F8C2-F3ECE2732BB9}"/>
              </a:ext>
            </a:extLst>
          </p:cNvPr>
          <p:cNvCxnSpPr>
            <a:cxnSpLocks/>
            <a:stCxn id="23" idx="6"/>
            <a:endCxn id="53" idx="1"/>
          </p:cNvCxnSpPr>
          <p:nvPr/>
        </p:nvCxnSpPr>
        <p:spPr>
          <a:xfrm>
            <a:off x="6414566" y="3618248"/>
            <a:ext cx="40747" cy="5002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7">
            <a:extLst>
              <a:ext uri="{FF2B5EF4-FFF2-40B4-BE49-F238E27FC236}">
                <a16:creationId xmlns:a16="http://schemas.microsoft.com/office/drawing/2014/main" id="{26D5F46D-5B17-8CE1-882F-3186D35C2172}"/>
              </a:ext>
            </a:extLst>
          </p:cNvPr>
          <p:cNvCxnSpPr>
            <a:cxnSpLocks/>
            <a:stCxn id="23" idx="6"/>
            <a:endCxn id="54" idx="1"/>
          </p:cNvCxnSpPr>
          <p:nvPr/>
        </p:nvCxnSpPr>
        <p:spPr>
          <a:xfrm flipH="1">
            <a:off x="6006248" y="3618248"/>
            <a:ext cx="408318" cy="501064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39">
            <a:extLst>
              <a:ext uri="{FF2B5EF4-FFF2-40B4-BE49-F238E27FC236}">
                <a16:creationId xmlns:a16="http://schemas.microsoft.com/office/drawing/2014/main" id="{8EFCEBF2-211C-E296-25BE-A0A30619F2AC}"/>
              </a:ext>
            </a:extLst>
          </p:cNvPr>
          <p:cNvCxnSpPr>
            <a:cxnSpLocks/>
            <a:stCxn id="23" idx="6"/>
            <a:endCxn id="55" idx="1"/>
          </p:cNvCxnSpPr>
          <p:nvPr/>
        </p:nvCxnSpPr>
        <p:spPr>
          <a:xfrm flipH="1">
            <a:off x="5563325" y="3618248"/>
            <a:ext cx="851241" cy="501916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41">
            <a:extLst>
              <a:ext uri="{FF2B5EF4-FFF2-40B4-BE49-F238E27FC236}">
                <a16:creationId xmlns:a16="http://schemas.microsoft.com/office/drawing/2014/main" id="{FB610F82-1B0A-C62B-8745-84DBC0E9615B}"/>
              </a:ext>
            </a:extLst>
          </p:cNvPr>
          <p:cNvCxnSpPr>
            <a:cxnSpLocks/>
            <a:stCxn id="23" idx="6"/>
            <a:endCxn id="56" idx="1"/>
          </p:cNvCxnSpPr>
          <p:nvPr/>
        </p:nvCxnSpPr>
        <p:spPr>
          <a:xfrm flipH="1">
            <a:off x="5095464" y="3618248"/>
            <a:ext cx="1319102" cy="49983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43">
            <a:extLst>
              <a:ext uri="{FF2B5EF4-FFF2-40B4-BE49-F238E27FC236}">
                <a16:creationId xmlns:a16="http://schemas.microsoft.com/office/drawing/2014/main" id="{8F316BC5-8B57-BE2E-EB7C-F64FEA6CB12E}"/>
              </a:ext>
            </a:extLst>
          </p:cNvPr>
          <p:cNvCxnSpPr>
            <a:cxnSpLocks/>
            <a:stCxn id="24" idx="6"/>
            <a:endCxn id="53" idx="1"/>
          </p:cNvCxnSpPr>
          <p:nvPr/>
        </p:nvCxnSpPr>
        <p:spPr>
          <a:xfrm>
            <a:off x="5101387" y="3614884"/>
            <a:ext cx="1353926" cy="50362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45">
            <a:extLst>
              <a:ext uri="{FF2B5EF4-FFF2-40B4-BE49-F238E27FC236}">
                <a16:creationId xmlns:a16="http://schemas.microsoft.com/office/drawing/2014/main" id="{55A124D5-F284-BAA0-CDC6-BD4B90B1D2EF}"/>
              </a:ext>
            </a:extLst>
          </p:cNvPr>
          <p:cNvCxnSpPr>
            <a:cxnSpLocks/>
            <a:stCxn id="24" idx="6"/>
            <a:endCxn id="54" idx="1"/>
          </p:cNvCxnSpPr>
          <p:nvPr/>
        </p:nvCxnSpPr>
        <p:spPr>
          <a:xfrm>
            <a:off x="5101387" y="3614884"/>
            <a:ext cx="904861" cy="50442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47">
            <a:extLst>
              <a:ext uri="{FF2B5EF4-FFF2-40B4-BE49-F238E27FC236}">
                <a16:creationId xmlns:a16="http://schemas.microsoft.com/office/drawing/2014/main" id="{DF9B6CAB-1C5F-C412-84DD-72CD3165F4F2}"/>
              </a:ext>
            </a:extLst>
          </p:cNvPr>
          <p:cNvCxnSpPr>
            <a:cxnSpLocks/>
            <a:stCxn id="24" idx="6"/>
            <a:endCxn id="55" idx="1"/>
          </p:cNvCxnSpPr>
          <p:nvPr/>
        </p:nvCxnSpPr>
        <p:spPr>
          <a:xfrm>
            <a:off x="5101387" y="3614884"/>
            <a:ext cx="461938" cy="5052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49">
            <a:extLst>
              <a:ext uri="{FF2B5EF4-FFF2-40B4-BE49-F238E27FC236}">
                <a16:creationId xmlns:a16="http://schemas.microsoft.com/office/drawing/2014/main" id="{5E23C1EF-B2FD-2581-F63B-78FFE919DF53}"/>
              </a:ext>
            </a:extLst>
          </p:cNvPr>
          <p:cNvCxnSpPr>
            <a:cxnSpLocks/>
            <a:stCxn id="24" idx="6"/>
            <a:endCxn id="56" idx="1"/>
          </p:cNvCxnSpPr>
          <p:nvPr/>
        </p:nvCxnSpPr>
        <p:spPr>
          <a:xfrm flipH="1">
            <a:off x="5095464" y="3614884"/>
            <a:ext cx="5923" cy="50319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650">
            <a:extLst>
              <a:ext uri="{FF2B5EF4-FFF2-40B4-BE49-F238E27FC236}">
                <a16:creationId xmlns:a16="http://schemas.microsoft.com/office/drawing/2014/main" id="{F219DC98-71C8-605A-6780-83A620291D31}"/>
              </a:ext>
            </a:extLst>
          </p:cNvPr>
          <p:cNvCxnSpPr>
            <a:cxnSpLocks/>
            <a:stCxn id="53" idx="3"/>
            <a:endCxn id="57" idx="2"/>
          </p:cNvCxnSpPr>
          <p:nvPr/>
        </p:nvCxnSpPr>
        <p:spPr>
          <a:xfrm rot="5400000" flipV="1">
            <a:off x="6323082" y="4502741"/>
            <a:ext cx="454443" cy="1899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654">
            <a:extLst>
              <a:ext uri="{FF2B5EF4-FFF2-40B4-BE49-F238E27FC236}">
                <a16:creationId xmlns:a16="http://schemas.microsoft.com/office/drawing/2014/main" id="{22B7E61B-EB90-A509-2F78-59543370871A}"/>
              </a:ext>
            </a:extLst>
          </p:cNvPr>
          <p:cNvCxnSpPr>
            <a:cxnSpLocks/>
            <a:stCxn id="53" idx="3"/>
            <a:endCxn id="58" idx="2"/>
          </p:cNvCxnSpPr>
          <p:nvPr/>
        </p:nvCxnSpPr>
        <p:spPr>
          <a:xfrm rot="5400000">
            <a:off x="6113317" y="4482956"/>
            <a:ext cx="454443" cy="22954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657">
            <a:extLst>
              <a:ext uri="{FF2B5EF4-FFF2-40B4-BE49-F238E27FC236}">
                <a16:creationId xmlns:a16="http://schemas.microsoft.com/office/drawing/2014/main" id="{03DE36C6-9CBF-0333-4DB5-BA140BEEE0CA}"/>
              </a:ext>
            </a:extLst>
          </p:cNvPr>
          <p:cNvCxnSpPr>
            <a:cxnSpLocks/>
            <a:stCxn id="53" idx="3"/>
            <a:endCxn id="59" idx="2"/>
          </p:cNvCxnSpPr>
          <p:nvPr/>
        </p:nvCxnSpPr>
        <p:spPr>
          <a:xfrm rot="5400000">
            <a:off x="5887480" y="4274037"/>
            <a:ext cx="471361" cy="664306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661">
            <a:extLst>
              <a:ext uri="{FF2B5EF4-FFF2-40B4-BE49-F238E27FC236}">
                <a16:creationId xmlns:a16="http://schemas.microsoft.com/office/drawing/2014/main" id="{7C618308-D3F6-5CEE-60BD-0DE6B3A6BF8C}"/>
              </a:ext>
            </a:extLst>
          </p:cNvPr>
          <p:cNvCxnSpPr>
            <a:cxnSpLocks/>
            <a:stCxn id="53" idx="3"/>
            <a:endCxn id="60" idx="2"/>
          </p:cNvCxnSpPr>
          <p:nvPr/>
        </p:nvCxnSpPr>
        <p:spPr>
          <a:xfrm rot="5400000">
            <a:off x="5673001" y="4053892"/>
            <a:ext cx="465695" cy="109893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664">
            <a:extLst>
              <a:ext uri="{FF2B5EF4-FFF2-40B4-BE49-F238E27FC236}">
                <a16:creationId xmlns:a16="http://schemas.microsoft.com/office/drawing/2014/main" id="{BDE88B89-CAE4-8963-0ECA-CBDFD8E33B26}"/>
              </a:ext>
            </a:extLst>
          </p:cNvPr>
          <p:cNvCxnSpPr>
            <a:cxnSpLocks/>
            <a:stCxn id="53" idx="3"/>
            <a:endCxn id="61" idx="2"/>
          </p:cNvCxnSpPr>
          <p:nvPr/>
        </p:nvCxnSpPr>
        <p:spPr>
          <a:xfrm rot="5400000">
            <a:off x="5455720" y="3842277"/>
            <a:ext cx="471361" cy="1527826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667">
            <a:extLst>
              <a:ext uri="{FF2B5EF4-FFF2-40B4-BE49-F238E27FC236}">
                <a16:creationId xmlns:a16="http://schemas.microsoft.com/office/drawing/2014/main" id="{2A5458AF-2396-2470-7675-F77AEE9148E0}"/>
              </a:ext>
            </a:extLst>
          </p:cNvPr>
          <p:cNvCxnSpPr>
            <a:cxnSpLocks/>
            <a:stCxn id="54" idx="3"/>
            <a:endCxn id="57" idx="2"/>
          </p:cNvCxnSpPr>
          <p:nvPr/>
        </p:nvCxnSpPr>
        <p:spPr>
          <a:xfrm rot="5400000" flipV="1">
            <a:off x="6098951" y="4278610"/>
            <a:ext cx="453640" cy="63904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670">
            <a:extLst>
              <a:ext uri="{FF2B5EF4-FFF2-40B4-BE49-F238E27FC236}">
                <a16:creationId xmlns:a16="http://schemas.microsoft.com/office/drawing/2014/main" id="{9168ED8D-0F46-4A40-8B01-81A874AE1E53}"/>
              </a:ext>
            </a:extLst>
          </p:cNvPr>
          <p:cNvCxnSpPr>
            <a:cxnSpLocks/>
            <a:stCxn id="55" idx="3"/>
            <a:endCxn id="57" idx="2"/>
          </p:cNvCxnSpPr>
          <p:nvPr/>
        </p:nvCxnSpPr>
        <p:spPr>
          <a:xfrm rot="5400000" flipV="1">
            <a:off x="5877915" y="4057574"/>
            <a:ext cx="452788" cy="108196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673">
            <a:extLst>
              <a:ext uri="{FF2B5EF4-FFF2-40B4-BE49-F238E27FC236}">
                <a16:creationId xmlns:a16="http://schemas.microsoft.com/office/drawing/2014/main" id="{4D0231B2-7CED-EADC-C672-1DBA610B80C9}"/>
              </a:ext>
            </a:extLst>
          </p:cNvPr>
          <p:cNvCxnSpPr>
            <a:cxnSpLocks/>
            <a:stCxn id="56" idx="3"/>
            <a:endCxn id="57" idx="2"/>
          </p:cNvCxnSpPr>
          <p:nvPr/>
        </p:nvCxnSpPr>
        <p:spPr>
          <a:xfrm rot="5400000" flipV="1">
            <a:off x="5642944" y="3822603"/>
            <a:ext cx="454869" cy="154982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676">
            <a:extLst>
              <a:ext uri="{FF2B5EF4-FFF2-40B4-BE49-F238E27FC236}">
                <a16:creationId xmlns:a16="http://schemas.microsoft.com/office/drawing/2014/main" id="{00DE91F7-2BE1-61A0-80B5-04C4627F69E2}"/>
              </a:ext>
            </a:extLst>
          </p:cNvPr>
          <p:cNvCxnSpPr>
            <a:cxnSpLocks/>
            <a:stCxn id="55" idx="3"/>
            <a:endCxn id="58" idx="2"/>
          </p:cNvCxnSpPr>
          <p:nvPr/>
        </p:nvCxnSpPr>
        <p:spPr>
          <a:xfrm rot="5400000" flipV="1">
            <a:off x="5668151" y="4267339"/>
            <a:ext cx="452788" cy="66243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679">
            <a:extLst>
              <a:ext uri="{FF2B5EF4-FFF2-40B4-BE49-F238E27FC236}">
                <a16:creationId xmlns:a16="http://schemas.microsoft.com/office/drawing/2014/main" id="{D6A94B99-C208-5266-F4B1-3FDA00D0E509}"/>
              </a:ext>
            </a:extLst>
          </p:cNvPr>
          <p:cNvCxnSpPr>
            <a:cxnSpLocks/>
            <a:stCxn id="56" idx="3"/>
            <a:endCxn id="58" idx="2"/>
          </p:cNvCxnSpPr>
          <p:nvPr/>
        </p:nvCxnSpPr>
        <p:spPr>
          <a:xfrm rot="5400000" flipV="1">
            <a:off x="5433180" y="4032368"/>
            <a:ext cx="454869" cy="113030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682">
            <a:extLst>
              <a:ext uri="{FF2B5EF4-FFF2-40B4-BE49-F238E27FC236}">
                <a16:creationId xmlns:a16="http://schemas.microsoft.com/office/drawing/2014/main" id="{74206221-16BB-6A8F-1677-1C43F47D3B6F}"/>
              </a:ext>
            </a:extLst>
          </p:cNvPr>
          <p:cNvCxnSpPr>
            <a:cxnSpLocks/>
            <a:stCxn id="54" idx="3"/>
            <a:endCxn id="59" idx="2"/>
          </p:cNvCxnSpPr>
          <p:nvPr/>
        </p:nvCxnSpPr>
        <p:spPr>
          <a:xfrm rot="5400000">
            <a:off x="5663349" y="4498971"/>
            <a:ext cx="470558" cy="21524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685">
            <a:extLst>
              <a:ext uri="{FF2B5EF4-FFF2-40B4-BE49-F238E27FC236}">
                <a16:creationId xmlns:a16="http://schemas.microsoft.com/office/drawing/2014/main" id="{C0A7EBC2-A62F-1568-3EB8-314C2009DC91}"/>
              </a:ext>
            </a:extLst>
          </p:cNvPr>
          <p:cNvCxnSpPr>
            <a:cxnSpLocks/>
            <a:stCxn id="54" idx="3"/>
            <a:endCxn id="58" idx="2"/>
          </p:cNvCxnSpPr>
          <p:nvPr/>
        </p:nvCxnSpPr>
        <p:spPr>
          <a:xfrm rot="5400000" flipV="1">
            <a:off x="5889186" y="4488374"/>
            <a:ext cx="453640" cy="219516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688">
            <a:extLst>
              <a:ext uri="{FF2B5EF4-FFF2-40B4-BE49-F238E27FC236}">
                <a16:creationId xmlns:a16="http://schemas.microsoft.com/office/drawing/2014/main" id="{718AA25A-7BC8-49B0-81BB-4FCCED55935B}"/>
              </a:ext>
            </a:extLst>
          </p:cNvPr>
          <p:cNvCxnSpPr>
            <a:cxnSpLocks/>
            <a:stCxn id="55" idx="3"/>
            <a:endCxn id="59" idx="2"/>
          </p:cNvCxnSpPr>
          <p:nvPr/>
        </p:nvCxnSpPr>
        <p:spPr>
          <a:xfrm rot="5400000" flipV="1">
            <a:off x="5442313" y="4493176"/>
            <a:ext cx="469706" cy="22768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691">
            <a:extLst>
              <a:ext uri="{FF2B5EF4-FFF2-40B4-BE49-F238E27FC236}">
                <a16:creationId xmlns:a16="http://schemas.microsoft.com/office/drawing/2014/main" id="{C2CA9074-81E6-024B-B501-05CFB76AFB26}"/>
              </a:ext>
            </a:extLst>
          </p:cNvPr>
          <p:cNvCxnSpPr>
            <a:cxnSpLocks/>
            <a:stCxn id="56" idx="3"/>
            <a:endCxn id="59" idx="2"/>
          </p:cNvCxnSpPr>
          <p:nvPr/>
        </p:nvCxnSpPr>
        <p:spPr>
          <a:xfrm rot="5400000" flipV="1">
            <a:off x="5207342" y="4258205"/>
            <a:ext cx="471787" cy="695543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694">
            <a:extLst>
              <a:ext uri="{FF2B5EF4-FFF2-40B4-BE49-F238E27FC236}">
                <a16:creationId xmlns:a16="http://schemas.microsoft.com/office/drawing/2014/main" id="{9B54AE07-C41E-DC6D-AB71-BE062198032E}"/>
              </a:ext>
            </a:extLst>
          </p:cNvPr>
          <p:cNvCxnSpPr>
            <a:cxnSpLocks/>
            <a:stCxn id="54" idx="3"/>
            <a:endCxn id="61" idx="2"/>
          </p:cNvCxnSpPr>
          <p:nvPr/>
        </p:nvCxnSpPr>
        <p:spPr>
          <a:xfrm rot="5400000">
            <a:off x="5231589" y="4067211"/>
            <a:ext cx="470558" cy="10787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697">
            <a:extLst>
              <a:ext uri="{FF2B5EF4-FFF2-40B4-BE49-F238E27FC236}">
                <a16:creationId xmlns:a16="http://schemas.microsoft.com/office/drawing/2014/main" id="{80B13BE2-7DA4-5E1E-977F-82D4E71A2BDE}"/>
              </a:ext>
            </a:extLst>
          </p:cNvPr>
          <p:cNvCxnSpPr>
            <a:cxnSpLocks/>
            <a:stCxn id="55" idx="3"/>
            <a:endCxn id="61" idx="2"/>
          </p:cNvCxnSpPr>
          <p:nvPr/>
        </p:nvCxnSpPr>
        <p:spPr>
          <a:xfrm rot="5400000">
            <a:off x="5010553" y="4289098"/>
            <a:ext cx="469706" cy="63583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r Verbinder 700">
            <a:extLst>
              <a:ext uri="{FF2B5EF4-FFF2-40B4-BE49-F238E27FC236}">
                <a16:creationId xmlns:a16="http://schemas.microsoft.com/office/drawing/2014/main" id="{25F8EF04-B6E1-EEDF-DD5B-6627068B5655}"/>
              </a:ext>
            </a:extLst>
          </p:cNvPr>
          <p:cNvCxnSpPr>
            <a:cxnSpLocks/>
            <a:stCxn id="56" idx="3"/>
            <a:endCxn id="61" idx="2"/>
          </p:cNvCxnSpPr>
          <p:nvPr/>
        </p:nvCxnSpPr>
        <p:spPr>
          <a:xfrm rot="5400000">
            <a:off x="4775582" y="4521988"/>
            <a:ext cx="471787" cy="167977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805">
            <a:extLst>
              <a:ext uri="{FF2B5EF4-FFF2-40B4-BE49-F238E27FC236}">
                <a16:creationId xmlns:a16="http://schemas.microsoft.com/office/drawing/2014/main" id="{3A372748-E6DD-DFA3-96DF-A38839FC914D}"/>
              </a:ext>
            </a:extLst>
          </p:cNvPr>
          <p:cNvCxnSpPr>
            <a:cxnSpLocks/>
            <a:stCxn id="54" idx="3"/>
            <a:endCxn id="60" idx="2"/>
          </p:cNvCxnSpPr>
          <p:nvPr/>
        </p:nvCxnSpPr>
        <p:spPr>
          <a:xfrm rot="5400000">
            <a:off x="5448870" y="4278826"/>
            <a:ext cx="464892" cy="64986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809">
            <a:extLst>
              <a:ext uri="{FF2B5EF4-FFF2-40B4-BE49-F238E27FC236}">
                <a16:creationId xmlns:a16="http://schemas.microsoft.com/office/drawing/2014/main" id="{9C69FF52-A014-79AA-6182-F5338F073353}"/>
              </a:ext>
            </a:extLst>
          </p:cNvPr>
          <p:cNvCxnSpPr>
            <a:cxnSpLocks/>
            <a:stCxn id="55" idx="3"/>
            <a:endCxn id="60" idx="2"/>
          </p:cNvCxnSpPr>
          <p:nvPr/>
        </p:nvCxnSpPr>
        <p:spPr>
          <a:xfrm rot="5400000">
            <a:off x="5227834" y="4500713"/>
            <a:ext cx="464040" cy="20694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812">
            <a:extLst>
              <a:ext uri="{FF2B5EF4-FFF2-40B4-BE49-F238E27FC236}">
                <a16:creationId xmlns:a16="http://schemas.microsoft.com/office/drawing/2014/main" id="{0644545E-4ABC-16F4-DF7D-93B66579589E}"/>
              </a:ext>
            </a:extLst>
          </p:cNvPr>
          <p:cNvCxnSpPr>
            <a:cxnSpLocks/>
            <a:stCxn id="56" idx="3"/>
            <a:endCxn id="60" idx="2"/>
          </p:cNvCxnSpPr>
          <p:nvPr/>
        </p:nvCxnSpPr>
        <p:spPr>
          <a:xfrm rot="5400000" flipV="1">
            <a:off x="4992863" y="4472684"/>
            <a:ext cx="466121" cy="26091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hteck 831">
                <a:extLst>
                  <a:ext uri="{FF2B5EF4-FFF2-40B4-BE49-F238E27FC236}">
                    <a16:creationId xmlns:a16="http://schemas.microsoft.com/office/drawing/2014/main" id="{A5D12535-638F-4B73-CD22-71127B3A70E9}"/>
                  </a:ext>
                </a:extLst>
              </p:cNvPr>
              <p:cNvSpPr/>
              <p:nvPr/>
            </p:nvSpPr>
            <p:spPr>
              <a:xfrm rot="5400000">
                <a:off x="6470309" y="2277686"/>
                <a:ext cx="1080745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ranch 1 for</a:t>
                </a:r>
                <a:r>
                  <a:rPr lang="el-GR" sz="11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1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𝝍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0" name="Rechteck 831">
                <a:extLst>
                  <a:ext uri="{FF2B5EF4-FFF2-40B4-BE49-F238E27FC236}">
                    <a16:creationId xmlns:a16="http://schemas.microsoft.com/office/drawing/2014/main" id="{A5D12535-638F-4B73-CD22-71127B3A7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470309" y="2277686"/>
                <a:ext cx="1080745" cy="261610"/>
              </a:xfrm>
              <a:prstGeom prst="rect">
                <a:avLst/>
              </a:prstGeom>
              <a:blipFill>
                <a:blip r:embed="rId16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hteck 832">
                <a:extLst>
                  <a:ext uri="{FF2B5EF4-FFF2-40B4-BE49-F238E27FC236}">
                    <a16:creationId xmlns:a16="http://schemas.microsoft.com/office/drawing/2014/main" id="{1F407452-ECBA-8944-595C-DE0FF7D77E25}"/>
                  </a:ext>
                </a:extLst>
              </p:cNvPr>
              <p:cNvSpPr/>
              <p:nvPr/>
            </p:nvSpPr>
            <p:spPr>
              <a:xfrm rot="5400000">
                <a:off x="3903554" y="2298895"/>
                <a:ext cx="1071127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ranch 2 for </a:t>
                </a:r>
                <a14:m>
                  <m:oMath xmlns:m="http://schemas.openxmlformats.org/officeDocument/2006/math">
                    <m:r>
                      <a:rPr lang="el-GR" sz="11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𝝋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Rechteck 832">
                <a:extLst>
                  <a:ext uri="{FF2B5EF4-FFF2-40B4-BE49-F238E27FC236}">
                    <a16:creationId xmlns:a16="http://schemas.microsoft.com/office/drawing/2014/main" id="{1F407452-ECBA-8944-595C-DE0FF7D77E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903554" y="2298895"/>
                <a:ext cx="1071127" cy="261610"/>
              </a:xfrm>
              <a:prstGeom prst="rect">
                <a:avLst/>
              </a:prstGeom>
              <a:blipFill>
                <a:blip r:embed="rId17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Rechteck 834">
            <a:extLst>
              <a:ext uri="{FF2B5EF4-FFF2-40B4-BE49-F238E27FC236}">
                <a16:creationId xmlns:a16="http://schemas.microsoft.com/office/drawing/2014/main" id="{4AB959B4-8030-2EB2-8B94-B4844321735B}"/>
              </a:ext>
            </a:extLst>
          </p:cNvPr>
          <p:cNvSpPr/>
          <p:nvPr/>
        </p:nvSpPr>
        <p:spPr>
          <a:xfrm rot="5400000">
            <a:off x="6340030" y="4484345"/>
            <a:ext cx="11993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KM formulations</a:t>
            </a:r>
            <a:endParaRPr lang="en-US" sz="11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9" name="Gruppieren 921">
            <a:extLst>
              <a:ext uri="{FF2B5EF4-FFF2-40B4-BE49-F238E27FC236}">
                <a16:creationId xmlns:a16="http://schemas.microsoft.com/office/drawing/2014/main" id="{DFD203AE-47FC-77E5-B60E-1BC366A6FC5A}"/>
              </a:ext>
            </a:extLst>
          </p:cNvPr>
          <p:cNvGrpSpPr/>
          <p:nvPr/>
        </p:nvGrpSpPr>
        <p:grpSpPr>
          <a:xfrm>
            <a:off x="4332234" y="3403351"/>
            <a:ext cx="691803" cy="261610"/>
            <a:chOff x="1834449" y="1847266"/>
            <a:chExt cx="691803" cy="261610"/>
          </a:xfrm>
        </p:grpSpPr>
        <p:sp>
          <p:nvSpPr>
            <p:cNvPr id="120" name="TextBox 466">
              <a:extLst>
                <a:ext uri="{FF2B5EF4-FFF2-40B4-BE49-F238E27FC236}">
                  <a16:creationId xmlns:a16="http://schemas.microsoft.com/office/drawing/2014/main" id="{3E4F69D6-2843-C4AD-9F02-0BFDBDE6D33E}"/>
                </a:ext>
              </a:extLst>
            </p:cNvPr>
            <p:cNvSpPr txBox="1"/>
            <p:nvPr/>
          </p:nvSpPr>
          <p:spPr>
            <a:xfrm>
              <a:off x="1955262" y="1847266"/>
              <a:ext cx="5709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exp(</a:t>
              </a:r>
              <a:r>
                <a:rPr lang="en-US" altLang="zh-CN" sz="11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z </a:t>
              </a:r>
              <a:r>
                <a:rPr lang="en-US" altLang="zh-CN" sz="11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1" name="Oval 56">
              <a:extLst>
                <a:ext uri="{FF2B5EF4-FFF2-40B4-BE49-F238E27FC236}">
                  <a16:creationId xmlns:a16="http://schemas.microsoft.com/office/drawing/2014/main" id="{B46E1FDF-DD4A-351E-DBD6-050440C2A7C9}"/>
                </a:ext>
              </a:extLst>
            </p:cNvPr>
            <p:cNvSpPr/>
            <p:nvPr/>
          </p:nvSpPr>
          <p:spPr>
            <a:xfrm>
              <a:off x="1834449" y="1887514"/>
              <a:ext cx="180000" cy="180000"/>
            </a:xfrm>
            <a:prstGeom prst="ellipse">
              <a:avLst/>
            </a:prstGeom>
            <a:solidFill>
              <a:srgbClr val="FF66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0" name="Textfeld 49">
            <a:extLst>
              <a:ext uri="{FF2B5EF4-FFF2-40B4-BE49-F238E27FC236}">
                <a16:creationId xmlns:a16="http://schemas.microsoft.com/office/drawing/2014/main" id="{53551FF5-59E5-834F-2056-31A02443DBFA}"/>
              </a:ext>
            </a:extLst>
          </p:cNvPr>
          <p:cNvSpPr txBox="1"/>
          <p:nvPr/>
        </p:nvSpPr>
        <p:spPr>
          <a:xfrm>
            <a:off x="4251119" y="1050053"/>
            <a:ext cx="27051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Structure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6B7AE20-20F0-D45D-75F1-314956ADA555}"/>
              </a:ext>
            </a:extLst>
          </p:cNvPr>
          <p:cNvSpPr/>
          <p:nvPr/>
        </p:nvSpPr>
        <p:spPr>
          <a:xfrm>
            <a:off x="594715" y="1327053"/>
            <a:ext cx="3002666" cy="4223530"/>
          </a:xfrm>
          <a:prstGeom prst="rect">
            <a:avLst/>
          </a:prstGeom>
          <a:noFill/>
          <a:ln w="28575">
            <a:solidFill>
              <a:srgbClr val="F19EB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D8C94-121C-F878-F13E-C59C05B1629E}"/>
              </a:ext>
            </a:extLst>
          </p:cNvPr>
          <p:cNvSpPr txBox="1"/>
          <p:nvPr/>
        </p:nvSpPr>
        <p:spPr>
          <a:xfrm>
            <a:off x="360000" y="1003886"/>
            <a:ext cx="3884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Equilibrium satisfied by construction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lb"/>
          <p:cNvSpPr/>
          <p:nvPr/>
        </p:nvSpPr>
        <p:spPr>
          <a:xfrm>
            <a:off x="8175010" y="1460185"/>
            <a:ext cx="515580" cy="22162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PINN</a:t>
            </a:r>
          </a:p>
        </p:txBody>
      </p:sp>
      <p:sp>
        <p:nvSpPr>
          <p:cNvPr id="401" name="pb"/>
          <p:cNvSpPr/>
          <p:nvPr/>
        </p:nvSpPr>
        <p:spPr>
          <a:xfrm>
            <a:off x="7620000" y="1854200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FBE7E1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Coordinates (x, y)</a:t>
            </a:r>
          </a:p>
        </p:txBody>
      </p:sp>
      <p:sp>
        <p:nvSpPr>
          <p:cNvPr id="402" name="pb"/>
          <p:cNvSpPr/>
          <p:nvPr/>
        </p:nvSpPr>
        <p:spPr>
          <a:xfrm>
            <a:off x="7620000" y="2438400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FBE7E1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</p:txBody>
      </p:sp>
      <p:sp>
        <p:nvSpPr>
          <p:cNvPr id="403" name="pb"/>
          <p:cNvSpPr/>
          <p:nvPr/>
        </p:nvSpPr>
        <p:spPr>
          <a:xfrm>
            <a:off x="7620000" y="3022600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FBE7E1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u</a:t>
            </a:r>
          </a:p>
        </p:txBody>
      </p:sp>
      <p:sp>
        <p:nvSpPr>
          <p:cNvPr id="404" name="pb"/>
          <p:cNvSpPr/>
          <p:nvPr/>
        </p:nvSpPr>
        <p:spPr>
          <a:xfrm>
            <a:off x="7620000" y="3708400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FBE7E1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Strain ε</a:t>
            </a:r>
          </a:p>
        </p:txBody>
      </p:sp>
      <p:sp>
        <p:nvSpPr>
          <p:cNvPr id="405" name="pb"/>
          <p:cNvSpPr/>
          <p:nvPr/>
        </p:nvSpPr>
        <p:spPr>
          <a:xfrm>
            <a:off x="7620000" y="4445000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FBE7E1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σ</a:t>
            </a:r>
          </a:p>
        </p:txBody>
      </p:sp>
      <p:sp>
        <p:nvSpPr>
          <p:cNvPr id="406" name="pb"/>
          <p:cNvSpPr/>
          <p:nvPr/>
        </p:nvSpPr>
        <p:spPr>
          <a:xfrm>
            <a:off x="7620000" y="5130800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FBE7E1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PDE + BC Loss</a:t>
            </a:r>
          </a:p>
        </p:txBody>
      </p:sp>
      <p:cxnSp>
        <p:nvCxnSpPr>
          <p:cNvPr id="407" name="ar"/>
          <p:cNvCxnSpPr/>
          <p:nvPr/>
        </p:nvCxnSpPr>
        <p:spPr>
          <a:xfrm>
            <a:off x="8432800" y="2209800"/>
            <a:ext cx="0" cy="228600"/>
          </a:xfrm>
          <a:prstGeom prst="straightConnector1">
            <a:avLst/>
          </a:prstGeom>
          <a:ln w="28575">
            <a:solidFill>
              <a:srgbClr val="C0392B"/>
            </a:solidFill>
            <a:tailEnd type="triangle" w="med" len="med"/>
          </a:ln>
        </p:spPr>
      </p:cxnSp>
      <p:cxnSp>
        <p:nvCxnSpPr>
          <p:cNvPr id="408" name="ar"/>
          <p:cNvCxnSpPr/>
          <p:nvPr/>
        </p:nvCxnSpPr>
        <p:spPr>
          <a:xfrm>
            <a:off x="8432800" y="2794000"/>
            <a:ext cx="0" cy="228600"/>
          </a:xfrm>
          <a:prstGeom prst="straightConnector1">
            <a:avLst/>
          </a:prstGeom>
          <a:ln w="28575">
            <a:solidFill>
              <a:srgbClr val="C0392B"/>
            </a:solidFill>
            <a:tailEnd type="triangle" w="med" len="med"/>
          </a:ln>
        </p:spPr>
      </p:cxnSp>
      <p:cxnSp>
        <p:nvCxnSpPr>
          <p:cNvPr id="409" name="ar"/>
          <p:cNvCxnSpPr/>
          <p:nvPr/>
        </p:nvCxnSpPr>
        <p:spPr>
          <a:xfrm>
            <a:off x="8432800" y="3378200"/>
            <a:ext cx="0" cy="330200"/>
          </a:xfrm>
          <a:prstGeom prst="straightConnector1">
            <a:avLst/>
          </a:prstGeom>
          <a:ln w="28575">
            <a:solidFill>
              <a:srgbClr val="C0392B"/>
            </a:solidFill>
            <a:tailEnd type="triangle" w="med" len="med"/>
          </a:ln>
        </p:spPr>
      </p:cxnSp>
      <p:cxnSp>
        <p:nvCxnSpPr>
          <p:cNvPr id="410" name="ar"/>
          <p:cNvCxnSpPr/>
          <p:nvPr/>
        </p:nvCxnSpPr>
        <p:spPr>
          <a:xfrm>
            <a:off x="8432800" y="4064000"/>
            <a:ext cx="0" cy="381000"/>
          </a:xfrm>
          <a:prstGeom prst="straightConnector1">
            <a:avLst/>
          </a:prstGeom>
          <a:ln w="28575">
            <a:solidFill>
              <a:srgbClr val="C0392B"/>
            </a:solidFill>
            <a:tailEnd type="triangle" w="med" len="med"/>
          </a:ln>
        </p:spPr>
      </p:cxnSp>
      <p:cxnSp>
        <p:nvCxnSpPr>
          <p:cNvPr id="411" name="ar"/>
          <p:cNvCxnSpPr/>
          <p:nvPr/>
        </p:nvCxnSpPr>
        <p:spPr>
          <a:xfrm>
            <a:off x="8432800" y="4800600"/>
            <a:ext cx="0" cy="330200"/>
          </a:xfrm>
          <a:prstGeom prst="straightConnector1">
            <a:avLst/>
          </a:prstGeom>
          <a:ln w="28575">
            <a:solidFill>
              <a:srgbClr val="C0392B"/>
            </a:solidFill>
            <a:tailEnd type="triangle" w="med" len="med"/>
          </a:ln>
        </p:spPr>
      </p:cxnSp>
      <p:sp>
        <p:nvSpPr>
          <p:cNvPr id="412" name="lb"/>
          <p:cNvSpPr/>
          <p:nvPr/>
        </p:nvSpPr>
        <p:spPr>
          <a:xfrm>
            <a:off x="8534400" y="34290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1200" i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∂</a:t>
            </a:r>
          </a:p>
        </p:txBody>
      </p:sp>
      <p:sp>
        <p:nvSpPr>
          <p:cNvPr id="413" name="lb"/>
          <p:cNvSpPr/>
          <p:nvPr/>
        </p:nvSpPr>
        <p:spPr>
          <a:xfrm>
            <a:off x="8534400" y="4140200"/>
            <a:ext cx="11430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Constitutive law</a:t>
            </a:r>
          </a:p>
        </p:txBody>
      </p:sp>
      <p:sp>
        <p:nvSpPr>
          <p:cNvPr id="414" name="lb"/>
          <p:cNvSpPr/>
          <p:nvPr/>
        </p:nvSpPr>
        <p:spPr>
          <a:xfrm>
            <a:off x="8534400" y="48514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1200" i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∂</a:t>
            </a:r>
          </a:p>
        </p:txBody>
      </p:sp>
      <p:sp>
        <p:nvSpPr>
          <p:cNvPr id="500" name="kt"/>
          <p:cNvSpPr/>
          <p:nvPr/>
        </p:nvSpPr>
        <p:spPr>
          <a:xfrm>
            <a:off x="9692285" y="1431336"/>
            <a:ext cx="1905000" cy="254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KMINN</a:t>
            </a:r>
          </a:p>
        </p:txBody>
      </p:sp>
      <p:sp>
        <p:nvSpPr>
          <p:cNvPr id="501" name="kb"/>
          <p:cNvSpPr/>
          <p:nvPr/>
        </p:nvSpPr>
        <p:spPr>
          <a:xfrm>
            <a:off x="9753600" y="1913667"/>
            <a:ext cx="1905000" cy="3556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9050">
            <a:solidFill>
              <a:srgbClr val="00549F"/>
            </a:solidFill>
          </a:ln>
        </p:spPr>
        <p:txBody>
          <a:bodyPr lIns="12000" tIns="9000" rIns="12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coordinate z</a:t>
            </a:r>
          </a:p>
        </p:txBody>
      </p:sp>
      <p:sp>
        <p:nvSpPr>
          <p:cNvPr id="502" name="kb"/>
          <p:cNvSpPr/>
          <p:nvPr/>
        </p:nvSpPr>
        <p:spPr>
          <a:xfrm>
            <a:off x="9753600" y="2497867"/>
            <a:ext cx="1905000" cy="3556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9050">
            <a:solidFill>
              <a:srgbClr val="00549F"/>
            </a:solidFill>
          </a:ln>
        </p:spPr>
        <p:txBody>
          <a:bodyPr lIns="12000" tIns="9000" rIns="12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Holomorphic Network</a:t>
            </a:r>
          </a:p>
        </p:txBody>
      </p:sp>
      <p:sp>
        <p:nvSpPr>
          <p:cNvPr id="503" name="kb"/>
          <p:cNvSpPr/>
          <p:nvPr/>
        </p:nvSpPr>
        <p:spPr>
          <a:xfrm>
            <a:off x="9753600" y="3082067"/>
            <a:ext cx="1905000" cy="3556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9050">
            <a:solidFill>
              <a:srgbClr val="00549F"/>
            </a:solidFill>
          </a:ln>
        </p:spPr>
        <p:txBody>
          <a:bodyPr lIns="12000" tIns="9000" rIns="12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Potentials φ, ψ</a:t>
            </a:r>
          </a:p>
        </p:txBody>
      </p:sp>
      <p:sp>
        <p:nvSpPr>
          <p:cNvPr id="504" name="kb"/>
          <p:cNvSpPr/>
          <p:nvPr/>
        </p:nvSpPr>
        <p:spPr>
          <a:xfrm>
            <a:off x="9575800" y="3920267"/>
            <a:ext cx="1143000" cy="3556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9050">
            <a:solidFill>
              <a:srgbClr val="00549F"/>
            </a:solidFill>
          </a:ln>
        </p:spPr>
        <p:txBody>
          <a:bodyPr lIns="12000" tIns="9000" rIns="12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u</a:t>
            </a:r>
          </a:p>
        </p:txBody>
      </p:sp>
      <p:sp>
        <p:nvSpPr>
          <p:cNvPr id="505" name="kb"/>
          <p:cNvSpPr/>
          <p:nvPr/>
        </p:nvSpPr>
        <p:spPr>
          <a:xfrm>
            <a:off x="10820400" y="3920267"/>
            <a:ext cx="1143000" cy="3556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9050">
            <a:solidFill>
              <a:srgbClr val="00549F"/>
            </a:solidFill>
          </a:ln>
        </p:spPr>
        <p:txBody>
          <a:bodyPr lIns="12000" tIns="9000" rIns="12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σ</a:t>
            </a:r>
          </a:p>
        </p:txBody>
      </p:sp>
      <p:sp>
        <p:nvSpPr>
          <p:cNvPr id="506" name="kb"/>
          <p:cNvSpPr/>
          <p:nvPr/>
        </p:nvSpPr>
        <p:spPr>
          <a:xfrm>
            <a:off x="9944100" y="5063267"/>
            <a:ext cx="1524000" cy="3556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9050">
            <a:solidFill>
              <a:srgbClr val="00549F"/>
            </a:solidFill>
          </a:ln>
        </p:spPr>
        <p:txBody>
          <a:bodyPr lIns="12000" tIns="9000" rIns="12000" bIns="9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 Loss Only</a:t>
            </a:r>
          </a:p>
        </p:txBody>
      </p:sp>
      <p:cxnSp>
        <p:nvCxnSpPr>
          <p:cNvPr id="507" name="kar"/>
          <p:cNvCxnSpPr/>
          <p:nvPr/>
        </p:nvCxnSpPr>
        <p:spPr>
          <a:xfrm>
            <a:off x="10706100" y="2269267"/>
            <a:ext cx="0" cy="228600"/>
          </a:xfrm>
          <a:prstGeom prst="straightConnector1">
            <a:avLst/>
          </a:prstGeom>
          <a:ln w="28575">
            <a:solidFill>
              <a:srgbClr val="16365C"/>
            </a:solidFill>
            <a:tailEnd type="triangle" w="med" len="med"/>
          </a:ln>
        </p:spPr>
      </p:cxnSp>
      <p:cxnSp>
        <p:nvCxnSpPr>
          <p:cNvPr id="508" name="kar"/>
          <p:cNvCxnSpPr/>
          <p:nvPr/>
        </p:nvCxnSpPr>
        <p:spPr>
          <a:xfrm>
            <a:off x="10706100" y="2853467"/>
            <a:ext cx="0" cy="228600"/>
          </a:xfrm>
          <a:prstGeom prst="straightConnector1">
            <a:avLst/>
          </a:prstGeom>
          <a:ln w="28575">
            <a:solidFill>
              <a:srgbClr val="16365C"/>
            </a:solidFill>
            <a:tailEnd type="triangle" w="med" len="med"/>
          </a:ln>
        </p:spPr>
      </p:cxnSp>
      <p:cxnSp>
        <p:nvCxnSpPr>
          <p:cNvPr id="509" name="kar"/>
          <p:cNvCxnSpPr/>
          <p:nvPr/>
        </p:nvCxnSpPr>
        <p:spPr>
          <a:xfrm flipH="1">
            <a:off x="10147300" y="3437667"/>
            <a:ext cx="558800" cy="482600"/>
          </a:xfrm>
          <a:prstGeom prst="straightConnector1">
            <a:avLst/>
          </a:prstGeom>
          <a:ln w="28575">
            <a:solidFill>
              <a:srgbClr val="16365C"/>
            </a:solidFill>
            <a:tailEnd type="triangle" w="med" len="med"/>
          </a:ln>
        </p:spPr>
      </p:cxnSp>
      <p:cxnSp>
        <p:nvCxnSpPr>
          <p:cNvPr id="510" name="kar"/>
          <p:cNvCxnSpPr/>
          <p:nvPr/>
        </p:nvCxnSpPr>
        <p:spPr>
          <a:xfrm>
            <a:off x="10706100" y="3437667"/>
            <a:ext cx="685800" cy="482600"/>
          </a:xfrm>
          <a:prstGeom prst="straightConnector1">
            <a:avLst/>
          </a:prstGeom>
          <a:ln w="28575">
            <a:solidFill>
              <a:srgbClr val="16365C"/>
            </a:solidFill>
            <a:tailEnd type="triangle" w="med" len="med"/>
          </a:ln>
        </p:spPr>
      </p:cxnSp>
      <p:cxnSp>
        <p:nvCxnSpPr>
          <p:cNvPr id="511" name="kar"/>
          <p:cNvCxnSpPr/>
          <p:nvPr/>
        </p:nvCxnSpPr>
        <p:spPr>
          <a:xfrm>
            <a:off x="10147300" y="4275867"/>
            <a:ext cx="558800" cy="787400"/>
          </a:xfrm>
          <a:prstGeom prst="straightConnector1">
            <a:avLst/>
          </a:prstGeom>
          <a:ln w="28575">
            <a:solidFill>
              <a:srgbClr val="16365C"/>
            </a:solidFill>
            <a:tailEnd type="triangle" w="med" len="med"/>
          </a:ln>
        </p:spPr>
      </p:cxnSp>
      <p:cxnSp>
        <p:nvCxnSpPr>
          <p:cNvPr id="512" name="kar"/>
          <p:cNvCxnSpPr/>
          <p:nvPr/>
        </p:nvCxnSpPr>
        <p:spPr>
          <a:xfrm flipH="1">
            <a:off x="10706100" y="4275867"/>
            <a:ext cx="685800" cy="787400"/>
          </a:xfrm>
          <a:prstGeom prst="straightConnector1">
            <a:avLst/>
          </a:prstGeom>
          <a:ln w="28575">
            <a:solidFill>
              <a:srgbClr val="16365C"/>
            </a:solidFill>
            <a:tailEnd type="triangle" w="med" len="med"/>
          </a:ln>
        </p:spPr>
      </p:cxnSp>
      <p:sp>
        <p:nvSpPr>
          <p:cNvPr id="11" name="Rechteck 11">
            <a:extLst>
              <a:ext uri="{FF2B5EF4-FFF2-40B4-BE49-F238E27FC236}">
                <a16:creationId xmlns:a16="http://schemas.microsoft.com/office/drawing/2014/main" id="{3F6D7767-3D70-473B-108D-83B290C8B2E4}"/>
              </a:ext>
            </a:extLst>
          </p:cNvPr>
          <p:cNvSpPr/>
          <p:nvPr/>
        </p:nvSpPr>
        <p:spPr>
          <a:xfrm>
            <a:off x="449172" y="5814477"/>
            <a:ext cx="40561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[1] Matteo </a:t>
            </a:r>
            <a:r>
              <a:rPr lang="en-US" sz="1100" kern="100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Calafà</a:t>
            </a:r>
            <a:r>
              <a:rPr lang="en-US" sz="11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et al. </a:t>
            </a:r>
            <a:r>
              <a:rPr lang="en-GB" sz="1100" kern="100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Comput</a:t>
            </a:r>
            <a:r>
              <a:rPr lang="en-GB" sz="11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Methods Appl. Mech. </a:t>
            </a:r>
            <a:r>
              <a:rPr lang="en-GB" sz="1100" kern="100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Engrg</a:t>
            </a:r>
            <a:r>
              <a:rPr lang="en-GB" sz="11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sz="11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2024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56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2" grpId="0" animBg="1"/>
      <p:bldP spid="23" grpId="0" animBg="1"/>
      <p:bldP spid="24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110" grpId="0"/>
      <p:bldP spid="114" grpId="0"/>
      <p:bldP spid="118" grpId="0"/>
      <p:bldP spid="190" grpId="0" animBg="1"/>
      <p:bldP spid="400" grpId="0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12" grpId="0"/>
      <p:bldP spid="413" grpId="0"/>
      <p:bldP spid="414" grpId="0"/>
      <p:bldP spid="500" grpId="0"/>
      <p:bldP spid="501" grpId="0" animBg="1"/>
      <p:bldP spid="502" grpId="0" animBg="1"/>
      <p:bldP spid="503" grpId="0" animBg="1"/>
      <p:bldP spid="504" grpId="0" animBg="1"/>
      <p:bldP spid="505" grpId="0" animBg="1"/>
      <p:bldP spid="50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8385-3EE0-7E70-DCFA-30383C909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Williams-Enriched KMINN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E6E66-C331-B1EC-ECD7-28052290FBB3}"/>
              </a:ext>
            </a:extLst>
          </p:cNvPr>
          <p:cNvSpPr txBox="1"/>
          <p:nvPr/>
        </p:nvSpPr>
        <p:spPr>
          <a:xfrm>
            <a:off x="349820" y="1165925"/>
            <a:ext cx="315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Williams’ model expansion</a:t>
            </a:r>
            <a:r>
              <a:rPr lang="en-US" altLang="zh-CN" kern="100" baseline="30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[1]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2B2A4569-D7B4-16E5-1452-6ECA2E669869}"/>
                  </a:ext>
                </a:extLst>
              </p:cNvPr>
              <p:cNvSpPr txBox="1"/>
              <p:nvPr/>
            </p:nvSpPr>
            <p:spPr>
              <a:xfrm>
                <a:off x="290724" y="1864506"/>
                <a:ext cx="3270251" cy="3460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e>
                      </m:d>
                      <m:r>
                        <a:rPr lang="en-US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i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−1/2</m:t>
                              </m:r>
                            </m:sup>
                          </m:s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−3/2</m:t>
                              </m:r>
                            </m:sup>
                          </m:sSup>
                          <m:acc>
                            <m:accPr>
                              <m:chr m:val="̄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2B2A4569-D7B4-16E5-1452-6ECA2E669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24" y="1864506"/>
                <a:ext cx="3270251" cy="346075"/>
              </a:xfrm>
              <a:prstGeom prst="rect">
                <a:avLst/>
              </a:prstGeom>
              <a:blipFill>
                <a:blip r:embed="rId3"/>
                <a:stretch>
                  <a:fillRect b="-54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5EBB8E2F-FBDA-6A6B-F939-9C0A82DC2888}"/>
                  </a:ext>
                </a:extLst>
              </p:cNvPr>
              <p:cNvSpPr txBox="1"/>
              <p:nvPr/>
            </p:nvSpPr>
            <p:spPr>
              <a:xfrm>
                <a:off x="743828" y="2634420"/>
                <a:ext cx="2364044" cy="3905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  <m:rad>
                        <m:radPr>
                          <m:degHide m:val="on"/>
                          <m:ctrlPr>
                            <a:rPr lang="zh-CN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5EBB8E2F-FBDA-6A6B-F939-9C0A82DC2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28" y="2634420"/>
                <a:ext cx="2364044" cy="3905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E709448E-6DE5-81DE-98AE-9D428A99A26D}"/>
                  </a:ext>
                </a:extLst>
              </p:cNvPr>
              <p:cNvSpPr txBox="1"/>
              <p:nvPr/>
            </p:nvSpPr>
            <p:spPr>
              <a:xfrm>
                <a:off x="770944" y="3733800"/>
                <a:ext cx="2309812" cy="10017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rad>
                    </m:oMath>
                    <m:oMath>
                      <m:sSub>
                        <m:sSubPr>
                          <m:ctrlP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rad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E709448E-6DE5-81DE-98AE-9D428A99A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44" y="3733800"/>
                <a:ext cx="2309812" cy="1001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27FE745-B9CC-63CB-E884-7AAA86BA112C}"/>
              </a:ext>
            </a:extLst>
          </p:cNvPr>
          <p:cNvSpPr txBox="1"/>
          <p:nvPr/>
        </p:nvSpPr>
        <p:spPr>
          <a:xfrm>
            <a:off x="1064781" y="3217604"/>
            <a:ext cx="1722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22CF6A-A0B0-4C07-60D4-5E05EFEBBFD0}"/>
                  </a:ext>
                </a:extLst>
              </p:cNvPr>
              <p:cNvSpPr txBox="1"/>
              <p:nvPr/>
            </p:nvSpPr>
            <p:spPr>
              <a:xfrm>
                <a:off x="1276578" y="4819678"/>
                <a:ext cx="12985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GB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22CF6A-A0B0-4C07-60D4-5E05EFEBB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578" y="4819678"/>
                <a:ext cx="129854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00B5E36F-4CCC-65E3-2EC9-486D001766EF}"/>
              </a:ext>
            </a:extLst>
          </p:cNvPr>
          <p:cNvGrpSpPr/>
          <p:nvPr/>
        </p:nvGrpSpPr>
        <p:grpSpPr>
          <a:xfrm>
            <a:off x="6428720" y="2574293"/>
            <a:ext cx="2160000" cy="3118256"/>
            <a:chOff x="4408643" y="460849"/>
            <a:chExt cx="2160000" cy="3118256"/>
          </a:xfrm>
        </p:grpSpPr>
        <p:cxnSp>
          <p:nvCxnSpPr>
            <p:cNvPr id="51" name="Gerade Verbindung mit Pfeil 129">
              <a:extLst>
                <a:ext uri="{FF2B5EF4-FFF2-40B4-BE49-F238E27FC236}">
                  <a16:creationId xmlns:a16="http://schemas.microsoft.com/office/drawing/2014/main" id="{C012F4CA-A4D6-64EA-68C6-B718338BD151}"/>
                </a:ext>
              </a:extLst>
            </p:cNvPr>
            <p:cNvCxnSpPr/>
            <p:nvPr/>
          </p:nvCxnSpPr>
          <p:spPr>
            <a:xfrm flipV="1">
              <a:off x="5255354" y="680166"/>
              <a:ext cx="0" cy="288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129">
              <a:extLst>
                <a:ext uri="{FF2B5EF4-FFF2-40B4-BE49-F238E27FC236}">
                  <a16:creationId xmlns:a16="http://schemas.microsoft.com/office/drawing/2014/main" id="{23811339-E4F8-A20C-8955-F99B9F3A4D5D}"/>
                </a:ext>
              </a:extLst>
            </p:cNvPr>
            <p:cNvCxnSpPr/>
            <p:nvPr/>
          </p:nvCxnSpPr>
          <p:spPr>
            <a:xfrm flipV="1">
              <a:off x="5363354" y="680166"/>
              <a:ext cx="0" cy="288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129">
              <a:extLst>
                <a:ext uri="{FF2B5EF4-FFF2-40B4-BE49-F238E27FC236}">
                  <a16:creationId xmlns:a16="http://schemas.microsoft.com/office/drawing/2014/main" id="{6C2248DA-F61B-4B68-9710-279829FB5591}"/>
                </a:ext>
              </a:extLst>
            </p:cNvPr>
            <p:cNvCxnSpPr/>
            <p:nvPr/>
          </p:nvCxnSpPr>
          <p:spPr>
            <a:xfrm flipV="1">
              <a:off x="5471354" y="680166"/>
              <a:ext cx="0" cy="288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129">
              <a:extLst>
                <a:ext uri="{FF2B5EF4-FFF2-40B4-BE49-F238E27FC236}">
                  <a16:creationId xmlns:a16="http://schemas.microsoft.com/office/drawing/2014/main" id="{93EAC245-D9DA-4FB2-2E7E-15E031FDFA7C}"/>
                </a:ext>
              </a:extLst>
            </p:cNvPr>
            <p:cNvCxnSpPr/>
            <p:nvPr/>
          </p:nvCxnSpPr>
          <p:spPr>
            <a:xfrm flipV="1">
              <a:off x="5579354" y="680166"/>
              <a:ext cx="0" cy="288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129">
              <a:extLst>
                <a:ext uri="{FF2B5EF4-FFF2-40B4-BE49-F238E27FC236}">
                  <a16:creationId xmlns:a16="http://schemas.microsoft.com/office/drawing/2014/main" id="{BD5B99D8-E335-C0AA-4638-138CE5889442}"/>
                </a:ext>
              </a:extLst>
            </p:cNvPr>
            <p:cNvCxnSpPr/>
            <p:nvPr/>
          </p:nvCxnSpPr>
          <p:spPr>
            <a:xfrm flipV="1">
              <a:off x="5687354" y="680166"/>
              <a:ext cx="0" cy="288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129">
              <a:extLst>
                <a:ext uri="{FF2B5EF4-FFF2-40B4-BE49-F238E27FC236}">
                  <a16:creationId xmlns:a16="http://schemas.microsoft.com/office/drawing/2014/main" id="{D71A88CD-292C-38A4-F7A1-74E5165755BF}"/>
                </a:ext>
              </a:extLst>
            </p:cNvPr>
            <p:cNvCxnSpPr/>
            <p:nvPr/>
          </p:nvCxnSpPr>
          <p:spPr>
            <a:xfrm flipV="1">
              <a:off x="5255354" y="3095684"/>
              <a:ext cx="72000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mit Pfeil 129">
              <a:extLst>
                <a:ext uri="{FF2B5EF4-FFF2-40B4-BE49-F238E27FC236}">
                  <a16:creationId xmlns:a16="http://schemas.microsoft.com/office/drawing/2014/main" id="{3F9B8F86-2F5D-1DD9-25CA-3F1A62422F3F}"/>
                </a:ext>
              </a:extLst>
            </p:cNvPr>
            <p:cNvCxnSpPr/>
            <p:nvPr/>
          </p:nvCxnSpPr>
          <p:spPr>
            <a:xfrm flipV="1">
              <a:off x="5327354" y="3095684"/>
              <a:ext cx="72000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129">
              <a:extLst>
                <a:ext uri="{FF2B5EF4-FFF2-40B4-BE49-F238E27FC236}">
                  <a16:creationId xmlns:a16="http://schemas.microsoft.com/office/drawing/2014/main" id="{8A63481E-DE77-34F7-3787-95C96483BE29}"/>
                </a:ext>
              </a:extLst>
            </p:cNvPr>
            <p:cNvCxnSpPr/>
            <p:nvPr/>
          </p:nvCxnSpPr>
          <p:spPr>
            <a:xfrm flipV="1">
              <a:off x="5399354" y="3095684"/>
              <a:ext cx="72000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129">
              <a:extLst>
                <a:ext uri="{FF2B5EF4-FFF2-40B4-BE49-F238E27FC236}">
                  <a16:creationId xmlns:a16="http://schemas.microsoft.com/office/drawing/2014/main" id="{FC2127A9-F33D-8F56-23FD-C6D88DFC23F4}"/>
                </a:ext>
              </a:extLst>
            </p:cNvPr>
            <p:cNvCxnSpPr/>
            <p:nvPr/>
          </p:nvCxnSpPr>
          <p:spPr>
            <a:xfrm flipV="1">
              <a:off x="5471354" y="3095684"/>
              <a:ext cx="72000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129">
              <a:extLst>
                <a:ext uri="{FF2B5EF4-FFF2-40B4-BE49-F238E27FC236}">
                  <a16:creationId xmlns:a16="http://schemas.microsoft.com/office/drawing/2014/main" id="{42636E5E-636B-C386-4589-B1F11B0A964A}"/>
                </a:ext>
              </a:extLst>
            </p:cNvPr>
            <p:cNvCxnSpPr/>
            <p:nvPr/>
          </p:nvCxnSpPr>
          <p:spPr>
            <a:xfrm flipV="1">
              <a:off x="5543354" y="3095684"/>
              <a:ext cx="72000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mit Pfeil 129">
              <a:extLst>
                <a:ext uri="{FF2B5EF4-FFF2-40B4-BE49-F238E27FC236}">
                  <a16:creationId xmlns:a16="http://schemas.microsoft.com/office/drawing/2014/main" id="{C92D08AA-5A28-897C-3449-D1A809A48875}"/>
                </a:ext>
              </a:extLst>
            </p:cNvPr>
            <p:cNvCxnSpPr/>
            <p:nvPr/>
          </p:nvCxnSpPr>
          <p:spPr>
            <a:xfrm flipV="1">
              <a:off x="5615354" y="3095684"/>
              <a:ext cx="72000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Ellipse 220">
              <a:extLst>
                <a:ext uri="{FF2B5EF4-FFF2-40B4-BE49-F238E27FC236}">
                  <a16:creationId xmlns:a16="http://schemas.microsoft.com/office/drawing/2014/main" id="{87A314CC-ADF7-0425-9EC4-84504D9EBE95}"/>
                </a:ext>
              </a:extLst>
            </p:cNvPr>
            <p:cNvSpPr/>
            <p:nvPr/>
          </p:nvSpPr>
          <p:spPr>
            <a:xfrm>
              <a:off x="4408643" y="948967"/>
              <a:ext cx="2160000" cy="21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Bogen 221">
              <a:extLst>
                <a:ext uri="{FF2B5EF4-FFF2-40B4-BE49-F238E27FC236}">
                  <a16:creationId xmlns:a16="http://schemas.microsoft.com/office/drawing/2014/main" id="{C1350C32-8BFE-5BBA-3C93-C17EC7893AF5}"/>
                </a:ext>
              </a:extLst>
            </p:cNvPr>
            <p:cNvSpPr/>
            <p:nvPr/>
          </p:nvSpPr>
          <p:spPr>
            <a:xfrm rot="8074578">
              <a:off x="4939865" y="1643677"/>
              <a:ext cx="1080000" cy="1080000"/>
            </a:xfrm>
            <a:prstGeom prst="arc">
              <a:avLst/>
            </a:prstGeom>
            <a:ln w="12700">
              <a:solidFill>
                <a:srgbClr val="FF0000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Gerader Verbinder 222">
              <a:extLst>
                <a:ext uri="{FF2B5EF4-FFF2-40B4-BE49-F238E27FC236}">
                  <a16:creationId xmlns:a16="http://schemas.microsoft.com/office/drawing/2014/main" id="{88306B19-A484-7843-886F-B661BC8A6D85}"/>
                </a:ext>
              </a:extLst>
            </p:cNvPr>
            <p:cNvCxnSpPr/>
            <p:nvPr/>
          </p:nvCxnSpPr>
          <p:spPr>
            <a:xfrm>
              <a:off x="4442220" y="1796886"/>
              <a:ext cx="628650" cy="0"/>
            </a:xfrm>
            <a:prstGeom prst="line">
              <a:avLst/>
            </a:prstGeom>
            <a:ln w="12700">
              <a:solidFill>
                <a:srgbClr val="FF0000"/>
              </a:solidFill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223">
              <a:extLst>
                <a:ext uri="{FF2B5EF4-FFF2-40B4-BE49-F238E27FC236}">
                  <a16:creationId xmlns:a16="http://schemas.microsoft.com/office/drawing/2014/main" id="{6298C0A5-A8B7-BAE0-745D-2D20C93B2E4B}"/>
                </a:ext>
              </a:extLst>
            </p:cNvPr>
            <p:cNvCxnSpPr/>
            <p:nvPr/>
          </p:nvCxnSpPr>
          <p:spPr>
            <a:xfrm>
              <a:off x="5904101" y="1796886"/>
              <a:ext cx="628650" cy="0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224">
              <a:extLst>
                <a:ext uri="{FF2B5EF4-FFF2-40B4-BE49-F238E27FC236}">
                  <a16:creationId xmlns:a16="http://schemas.microsoft.com/office/drawing/2014/main" id="{62E4E270-86FB-7E04-5E88-D47349E2B0DD}"/>
                </a:ext>
              </a:extLst>
            </p:cNvPr>
            <p:cNvCxnSpPr>
              <a:cxnSpLocks/>
            </p:cNvCxnSpPr>
            <p:nvPr/>
          </p:nvCxnSpPr>
          <p:spPr>
            <a:xfrm>
              <a:off x="5070870" y="1796948"/>
              <a:ext cx="833231" cy="0"/>
            </a:xfrm>
            <a:prstGeom prst="line">
              <a:avLst/>
            </a:prstGeom>
            <a:ln w="9525">
              <a:solidFill>
                <a:srgbClr val="91B0C9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225">
              <a:extLst>
                <a:ext uri="{FF2B5EF4-FFF2-40B4-BE49-F238E27FC236}">
                  <a16:creationId xmlns:a16="http://schemas.microsoft.com/office/drawing/2014/main" id="{09D76D27-4C59-07C6-67B8-9967BEAFDDFF}"/>
                </a:ext>
              </a:extLst>
            </p:cNvPr>
            <p:cNvCxnSpPr>
              <a:cxnSpLocks/>
              <a:stCxn id="62" idx="2"/>
              <a:endCxn id="63" idx="2"/>
            </p:cNvCxnSpPr>
            <p:nvPr/>
          </p:nvCxnSpPr>
          <p:spPr>
            <a:xfrm>
              <a:off x="4408643" y="2028967"/>
              <a:ext cx="692218" cy="539361"/>
            </a:xfrm>
            <a:prstGeom prst="line">
              <a:avLst/>
            </a:prstGeom>
            <a:ln w="9525">
              <a:solidFill>
                <a:srgbClr val="91B0C9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226">
              <a:extLst>
                <a:ext uri="{FF2B5EF4-FFF2-40B4-BE49-F238E27FC236}">
                  <a16:creationId xmlns:a16="http://schemas.microsoft.com/office/drawing/2014/main" id="{DEEB686E-A654-9D15-D34E-E9B0F886FDDA}"/>
                </a:ext>
              </a:extLst>
            </p:cNvPr>
            <p:cNvCxnSpPr>
              <a:cxnSpLocks/>
              <a:stCxn id="62" idx="6"/>
              <a:endCxn id="63" idx="0"/>
            </p:cNvCxnSpPr>
            <p:nvPr/>
          </p:nvCxnSpPr>
          <p:spPr>
            <a:xfrm flipH="1">
              <a:off x="5864516" y="2028967"/>
              <a:ext cx="704127" cy="533714"/>
            </a:xfrm>
            <a:prstGeom prst="line">
              <a:avLst/>
            </a:prstGeom>
            <a:ln w="9525">
              <a:solidFill>
                <a:srgbClr val="91B0C9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feld 227">
                  <a:extLst>
                    <a:ext uri="{FF2B5EF4-FFF2-40B4-BE49-F238E27FC236}">
                      <a16:creationId xmlns:a16="http://schemas.microsoft.com/office/drawing/2014/main" id="{8027D5A8-3FAD-CA25-DA29-8F77A385EC73}"/>
                    </a:ext>
                  </a:extLst>
                </p:cNvPr>
                <p:cNvSpPr txBox="1"/>
                <p:nvPr/>
              </p:nvSpPr>
              <p:spPr>
                <a:xfrm>
                  <a:off x="5397929" y="2096782"/>
                  <a:ext cx="21480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200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feld 227">
                  <a:extLst>
                    <a:ext uri="{FF2B5EF4-FFF2-40B4-BE49-F238E27FC236}">
                      <a16:creationId xmlns:a16="http://schemas.microsoft.com/office/drawing/2014/main" id="{8027D5A8-3FAD-CA25-DA29-8F77A385E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929" y="2096782"/>
                  <a:ext cx="214802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7143" r="-2857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feld 228">
                  <a:extLst>
                    <a:ext uri="{FF2B5EF4-FFF2-40B4-BE49-F238E27FC236}">
                      <a16:creationId xmlns:a16="http://schemas.microsoft.com/office/drawing/2014/main" id="{479C8481-965A-E448-F574-442AF1764BF5}"/>
                    </a:ext>
                  </a:extLst>
                </p:cNvPr>
                <p:cNvSpPr txBox="1"/>
                <p:nvPr/>
              </p:nvSpPr>
              <p:spPr>
                <a:xfrm>
                  <a:off x="4670079" y="1797827"/>
                  <a:ext cx="18877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feld 228">
                  <a:extLst>
                    <a:ext uri="{FF2B5EF4-FFF2-40B4-BE49-F238E27FC236}">
                      <a16:creationId xmlns:a16="http://schemas.microsoft.com/office/drawing/2014/main" id="{479C8481-965A-E448-F574-442AF1764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0079" y="1797827"/>
                  <a:ext cx="188770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9355" r="-3226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feld 229">
                  <a:extLst>
                    <a:ext uri="{FF2B5EF4-FFF2-40B4-BE49-F238E27FC236}">
                      <a16:creationId xmlns:a16="http://schemas.microsoft.com/office/drawing/2014/main" id="{07650118-05A6-784E-8C6B-01D5CD5E114D}"/>
                    </a:ext>
                  </a:extLst>
                </p:cNvPr>
                <p:cNvSpPr txBox="1"/>
                <p:nvPr/>
              </p:nvSpPr>
              <p:spPr>
                <a:xfrm>
                  <a:off x="6119328" y="1797827"/>
                  <a:ext cx="19236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feld 229">
                  <a:extLst>
                    <a:ext uri="{FF2B5EF4-FFF2-40B4-BE49-F238E27FC236}">
                      <a16:creationId xmlns:a16="http://schemas.microsoft.com/office/drawing/2014/main" id="{07650118-05A6-784E-8C6B-01D5CD5E1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9328" y="1797827"/>
                  <a:ext cx="192360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8750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feld 230">
                  <a:extLst>
                    <a:ext uri="{FF2B5EF4-FFF2-40B4-BE49-F238E27FC236}">
                      <a16:creationId xmlns:a16="http://schemas.microsoft.com/office/drawing/2014/main" id="{EC0D2FC0-3862-E4A5-0EDC-1111C2A16323}"/>
                    </a:ext>
                  </a:extLst>
                </p:cNvPr>
                <p:cNvSpPr txBox="1"/>
                <p:nvPr/>
              </p:nvSpPr>
              <p:spPr>
                <a:xfrm>
                  <a:off x="5427719" y="1295276"/>
                  <a:ext cx="21121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200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Textfeld 230">
                  <a:extLst>
                    <a:ext uri="{FF2B5EF4-FFF2-40B4-BE49-F238E27FC236}">
                      <a16:creationId xmlns:a16="http://schemas.microsoft.com/office/drawing/2014/main" id="{EC0D2FC0-3862-E4A5-0EDC-1111C2A16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7719" y="1295276"/>
                  <a:ext cx="211212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7647" r="-294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feld 231">
                  <a:extLst>
                    <a:ext uri="{FF2B5EF4-FFF2-40B4-BE49-F238E27FC236}">
                      <a16:creationId xmlns:a16="http://schemas.microsoft.com/office/drawing/2014/main" id="{41C942C6-FB06-0371-F686-B1F7BBB13599}"/>
                    </a:ext>
                  </a:extLst>
                </p:cNvPr>
                <p:cNvSpPr txBox="1"/>
                <p:nvPr/>
              </p:nvSpPr>
              <p:spPr>
                <a:xfrm>
                  <a:off x="5424129" y="2835864"/>
                  <a:ext cx="21480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200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feld 231">
                  <a:extLst>
                    <a:ext uri="{FF2B5EF4-FFF2-40B4-BE49-F238E27FC236}">
                      <a16:creationId xmlns:a16="http://schemas.microsoft.com/office/drawing/2014/main" id="{41C942C6-FB06-0371-F686-B1F7BBB13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4129" y="2835864"/>
                  <a:ext cx="214802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7143" r="-2857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feld 232">
                  <a:extLst>
                    <a:ext uri="{FF2B5EF4-FFF2-40B4-BE49-F238E27FC236}">
                      <a16:creationId xmlns:a16="http://schemas.microsoft.com/office/drawing/2014/main" id="{F0BA38A6-0351-2DF9-C977-EC325DE138F7}"/>
                    </a:ext>
                  </a:extLst>
                </p:cNvPr>
                <p:cNvSpPr txBox="1"/>
                <p:nvPr/>
              </p:nvSpPr>
              <p:spPr>
                <a:xfrm>
                  <a:off x="5404295" y="2506656"/>
                  <a:ext cx="19236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4" name="Textfeld 232">
                  <a:extLst>
                    <a:ext uri="{FF2B5EF4-FFF2-40B4-BE49-F238E27FC236}">
                      <a16:creationId xmlns:a16="http://schemas.microsoft.com/office/drawing/2014/main" id="{F0BA38A6-0351-2DF9-C977-EC325DE13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295" y="2506656"/>
                  <a:ext cx="192360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19355" r="-3226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feld 233">
                  <a:extLst>
                    <a:ext uri="{FF2B5EF4-FFF2-40B4-BE49-F238E27FC236}">
                      <a16:creationId xmlns:a16="http://schemas.microsoft.com/office/drawing/2014/main" id="{233735E7-B99F-E409-EE84-BDC0F34EDE78}"/>
                    </a:ext>
                  </a:extLst>
                </p:cNvPr>
                <p:cNvSpPr txBox="1"/>
                <p:nvPr/>
              </p:nvSpPr>
              <p:spPr>
                <a:xfrm>
                  <a:off x="5053160" y="2301526"/>
                  <a:ext cx="21127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5" name="Textfeld 233">
                  <a:extLst>
                    <a:ext uri="{FF2B5EF4-FFF2-40B4-BE49-F238E27FC236}">
                      <a16:creationId xmlns:a16="http://schemas.microsoft.com/office/drawing/2014/main" id="{233735E7-B99F-E409-EE84-BDC0F34ED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3160" y="2301526"/>
                  <a:ext cx="211276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17143" r="-2857" b="-225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feld 234">
                  <a:extLst>
                    <a:ext uri="{FF2B5EF4-FFF2-40B4-BE49-F238E27FC236}">
                      <a16:creationId xmlns:a16="http://schemas.microsoft.com/office/drawing/2014/main" id="{9AF314D2-F422-39F9-BF52-BEE63A57E196}"/>
                    </a:ext>
                  </a:extLst>
                </p:cNvPr>
                <p:cNvSpPr txBox="1"/>
                <p:nvPr/>
              </p:nvSpPr>
              <p:spPr>
                <a:xfrm>
                  <a:off x="5745953" y="2307907"/>
                  <a:ext cx="21127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Textfeld 234">
                  <a:extLst>
                    <a:ext uri="{FF2B5EF4-FFF2-40B4-BE49-F238E27FC236}">
                      <a16:creationId xmlns:a16="http://schemas.microsoft.com/office/drawing/2014/main" id="{9AF314D2-F422-39F9-BF52-BEE63A57E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5953" y="2307907"/>
                  <a:ext cx="211276" cy="184666"/>
                </a:xfrm>
                <a:prstGeom prst="rect">
                  <a:avLst/>
                </a:prstGeom>
                <a:blipFill>
                  <a:blip r:embed="rId14"/>
                  <a:stretch>
                    <a:fillRect l="-17143" b="-225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feld 235">
                  <a:extLst>
                    <a:ext uri="{FF2B5EF4-FFF2-40B4-BE49-F238E27FC236}">
                      <a16:creationId xmlns:a16="http://schemas.microsoft.com/office/drawing/2014/main" id="{A0E189FD-526C-24FF-CA6E-31EF1B691CBA}"/>
                    </a:ext>
                  </a:extLst>
                </p:cNvPr>
                <p:cNvSpPr txBox="1"/>
                <p:nvPr/>
              </p:nvSpPr>
              <p:spPr>
                <a:xfrm>
                  <a:off x="5017477" y="1530627"/>
                  <a:ext cx="21127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feld 235">
                  <a:extLst>
                    <a:ext uri="{FF2B5EF4-FFF2-40B4-BE49-F238E27FC236}">
                      <a16:creationId xmlns:a16="http://schemas.microsoft.com/office/drawing/2014/main" id="{A0E189FD-526C-24FF-CA6E-31EF1B691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477" y="1530627"/>
                  <a:ext cx="211276" cy="184666"/>
                </a:xfrm>
                <a:prstGeom prst="rect">
                  <a:avLst/>
                </a:prstGeom>
                <a:blipFill>
                  <a:blip r:embed="rId15"/>
                  <a:stretch>
                    <a:fillRect l="-17143" r="-2857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236">
                  <a:extLst>
                    <a:ext uri="{FF2B5EF4-FFF2-40B4-BE49-F238E27FC236}">
                      <a16:creationId xmlns:a16="http://schemas.microsoft.com/office/drawing/2014/main" id="{79A1BA17-8D32-D8B1-2358-2EE9BDD85C14}"/>
                    </a:ext>
                  </a:extLst>
                </p:cNvPr>
                <p:cNvSpPr txBox="1"/>
                <p:nvPr/>
              </p:nvSpPr>
              <p:spPr>
                <a:xfrm>
                  <a:off x="5002233" y="1844301"/>
                  <a:ext cx="21127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feld 236">
                  <a:extLst>
                    <a:ext uri="{FF2B5EF4-FFF2-40B4-BE49-F238E27FC236}">
                      <a16:creationId xmlns:a16="http://schemas.microsoft.com/office/drawing/2014/main" id="{79A1BA17-8D32-D8B1-2358-2EE9BDD85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2233" y="1844301"/>
                  <a:ext cx="211276" cy="184666"/>
                </a:xfrm>
                <a:prstGeom prst="rect">
                  <a:avLst/>
                </a:prstGeom>
                <a:blipFill>
                  <a:blip r:embed="rId16"/>
                  <a:stretch>
                    <a:fillRect l="-17143" b="-225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feld 237">
                  <a:extLst>
                    <a:ext uri="{FF2B5EF4-FFF2-40B4-BE49-F238E27FC236}">
                      <a16:creationId xmlns:a16="http://schemas.microsoft.com/office/drawing/2014/main" id="{3AFCFA66-9FF6-A55A-3C3A-89AFE94DF943}"/>
                    </a:ext>
                  </a:extLst>
                </p:cNvPr>
                <p:cNvSpPr txBox="1"/>
                <p:nvPr/>
              </p:nvSpPr>
              <p:spPr>
                <a:xfrm>
                  <a:off x="5840100" y="1538418"/>
                  <a:ext cx="21127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9" name="Textfeld 237">
                  <a:extLst>
                    <a:ext uri="{FF2B5EF4-FFF2-40B4-BE49-F238E27FC236}">
                      <a16:creationId xmlns:a16="http://schemas.microsoft.com/office/drawing/2014/main" id="{3AFCFA66-9FF6-A55A-3C3A-89AFE94DF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0100" y="1538418"/>
                  <a:ext cx="211276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17143" r="-2857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feld 238">
                  <a:extLst>
                    <a:ext uri="{FF2B5EF4-FFF2-40B4-BE49-F238E27FC236}">
                      <a16:creationId xmlns:a16="http://schemas.microsoft.com/office/drawing/2014/main" id="{583FAF5E-8F5E-C9B5-C545-4007681B30F5}"/>
                    </a:ext>
                  </a:extLst>
                </p:cNvPr>
                <p:cNvSpPr txBox="1"/>
                <p:nvPr/>
              </p:nvSpPr>
              <p:spPr>
                <a:xfrm>
                  <a:off x="5824856" y="1852092"/>
                  <a:ext cx="21127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Textfeld 238">
                  <a:extLst>
                    <a:ext uri="{FF2B5EF4-FFF2-40B4-BE49-F238E27FC236}">
                      <a16:creationId xmlns:a16="http://schemas.microsoft.com/office/drawing/2014/main" id="{583FAF5E-8F5E-C9B5-C545-4007681B3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856" y="1852092"/>
                  <a:ext cx="211276" cy="184666"/>
                </a:xfrm>
                <a:prstGeom prst="rect">
                  <a:avLst/>
                </a:prstGeom>
                <a:blipFill>
                  <a:blip r:embed="rId18"/>
                  <a:stretch>
                    <a:fillRect l="-1714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feld 260">
                  <a:extLst>
                    <a:ext uri="{FF2B5EF4-FFF2-40B4-BE49-F238E27FC236}">
                      <a16:creationId xmlns:a16="http://schemas.microsoft.com/office/drawing/2014/main" id="{D6957AD0-CEEA-D59F-3AAB-D68F16199AFA}"/>
                    </a:ext>
                  </a:extLst>
                </p:cNvPr>
                <p:cNvSpPr txBox="1"/>
                <p:nvPr/>
              </p:nvSpPr>
              <p:spPr>
                <a:xfrm>
                  <a:off x="5420016" y="460849"/>
                  <a:ext cx="16254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feld 260">
                  <a:extLst>
                    <a:ext uri="{FF2B5EF4-FFF2-40B4-BE49-F238E27FC236}">
                      <a16:creationId xmlns:a16="http://schemas.microsoft.com/office/drawing/2014/main" id="{D6957AD0-CEEA-D59F-3AAB-D68F16199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0016" y="460849"/>
                  <a:ext cx="162545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22222" b="-129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feld 261">
                  <a:extLst>
                    <a:ext uri="{FF2B5EF4-FFF2-40B4-BE49-F238E27FC236}">
                      <a16:creationId xmlns:a16="http://schemas.microsoft.com/office/drawing/2014/main" id="{A7E34C47-5829-A35E-C8C0-53F353FA8329}"/>
                    </a:ext>
                  </a:extLst>
                </p:cNvPr>
                <p:cNvSpPr txBox="1"/>
                <p:nvPr/>
              </p:nvSpPr>
              <p:spPr>
                <a:xfrm>
                  <a:off x="5427829" y="3394439"/>
                  <a:ext cx="238848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</m:oMath>
                    </m:oMathPara>
                  </a14:m>
                  <a:endPara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feld 261">
                  <a:extLst>
                    <a:ext uri="{FF2B5EF4-FFF2-40B4-BE49-F238E27FC236}">
                      <a16:creationId xmlns:a16="http://schemas.microsoft.com/office/drawing/2014/main" id="{A7E34C47-5829-A35E-C8C0-53F353FA83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7829" y="3394439"/>
                  <a:ext cx="238848" cy="184666"/>
                </a:xfrm>
                <a:prstGeom prst="rect">
                  <a:avLst/>
                </a:prstGeom>
                <a:blipFill>
                  <a:blip r:embed="rId20"/>
                  <a:stretch>
                    <a:fillRect l="-2564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93A8EF84-EDA4-39AC-B49C-5E957923A4F2}"/>
              </a:ext>
            </a:extLst>
          </p:cNvPr>
          <p:cNvSpPr/>
          <p:nvPr/>
        </p:nvSpPr>
        <p:spPr>
          <a:xfrm>
            <a:off x="8848898" y="1234265"/>
            <a:ext cx="2926466" cy="45093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75F684F-66F8-76EE-0FA0-F8C22C5AD329}"/>
              </a:ext>
            </a:extLst>
          </p:cNvPr>
          <p:cNvGrpSpPr/>
          <p:nvPr/>
        </p:nvGrpSpPr>
        <p:grpSpPr>
          <a:xfrm>
            <a:off x="8906092" y="1394971"/>
            <a:ext cx="2833174" cy="4254098"/>
            <a:chOff x="62495" y="645764"/>
            <a:chExt cx="2833174" cy="4254098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0064AC0-CB36-3522-AED1-54DC13EAB0A8}"/>
                </a:ext>
              </a:extLst>
            </p:cNvPr>
            <p:cNvGrpSpPr/>
            <p:nvPr/>
          </p:nvGrpSpPr>
          <p:grpSpPr>
            <a:xfrm>
              <a:off x="1620878" y="962219"/>
              <a:ext cx="1015358" cy="1075133"/>
              <a:chOff x="155824" y="5175851"/>
              <a:chExt cx="1015358" cy="1075133"/>
            </a:xfrm>
          </p:grpSpPr>
          <p:sp>
            <p:nvSpPr>
              <p:cNvPr id="196" name="Rectangle: Rounded Corners 455">
                <a:extLst>
                  <a:ext uri="{FF2B5EF4-FFF2-40B4-BE49-F238E27FC236}">
                    <a16:creationId xmlns:a16="http://schemas.microsoft.com/office/drawing/2014/main" id="{895FC637-900C-F313-61AD-DDF4CE59EEE6}"/>
                  </a:ext>
                </a:extLst>
              </p:cNvPr>
              <p:cNvSpPr/>
              <p:nvPr/>
            </p:nvSpPr>
            <p:spPr>
              <a:xfrm rot="16200000" flipV="1">
                <a:off x="140136" y="5219938"/>
                <a:ext cx="1046734" cy="1015358"/>
              </a:xfrm>
              <a:prstGeom prst="roundRect">
                <a:avLst/>
              </a:prstGeom>
              <a:solidFill>
                <a:srgbClr val="FAF1F3"/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7" name="Oval 56">
                <a:extLst>
                  <a:ext uri="{FF2B5EF4-FFF2-40B4-BE49-F238E27FC236}">
                    <a16:creationId xmlns:a16="http://schemas.microsoft.com/office/drawing/2014/main" id="{626E6A22-398C-F1DA-FC35-96D2B1649D39}"/>
                  </a:ext>
                </a:extLst>
              </p:cNvPr>
              <p:cNvSpPr/>
              <p:nvPr/>
            </p:nvSpPr>
            <p:spPr>
              <a:xfrm rot="16200000">
                <a:off x="213217" y="601579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8" name="TextBox 447">
                <a:extLst>
                  <a:ext uri="{FF2B5EF4-FFF2-40B4-BE49-F238E27FC236}">
                    <a16:creationId xmlns:a16="http://schemas.microsoft.com/office/drawing/2014/main" id="{36BFDC71-9FE0-8DB8-AEC2-99BF87159F01}"/>
                  </a:ext>
                </a:extLst>
              </p:cNvPr>
              <p:cNvSpPr txBox="1"/>
              <p:nvPr/>
            </p:nvSpPr>
            <p:spPr>
              <a:xfrm>
                <a:off x="687862" y="5920062"/>
                <a:ext cx="30008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99" name="Oval 56">
                <a:extLst>
                  <a:ext uri="{FF2B5EF4-FFF2-40B4-BE49-F238E27FC236}">
                    <a16:creationId xmlns:a16="http://schemas.microsoft.com/office/drawing/2014/main" id="{D33B84B5-9517-55D1-E079-E7C7E6523D25}"/>
                  </a:ext>
                </a:extLst>
              </p:cNvPr>
              <p:cNvSpPr/>
              <p:nvPr/>
            </p:nvSpPr>
            <p:spPr>
              <a:xfrm rot="16200000">
                <a:off x="213217" y="5644323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Oval 56">
                <a:extLst>
                  <a:ext uri="{FF2B5EF4-FFF2-40B4-BE49-F238E27FC236}">
                    <a16:creationId xmlns:a16="http://schemas.microsoft.com/office/drawing/2014/main" id="{BFCEBC10-8F49-4EEE-FB78-1E8E5689220F}"/>
                  </a:ext>
                </a:extLst>
              </p:cNvPr>
              <p:cNvSpPr/>
              <p:nvPr/>
            </p:nvSpPr>
            <p:spPr>
              <a:xfrm rot="16200000">
                <a:off x="213217" y="527284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Oval 56">
                <a:extLst>
                  <a:ext uri="{FF2B5EF4-FFF2-40B4-BE49-F238E27FC236}">
                    <a16:creationId xmlns:a16="http://schemas.microsoft.com/office/drawing/2014/main" id="{E79DA5C4-37CA-4BE6-72E7-F7D77DD22891}"/>
                  </a:ext>
                </a:extLst>
              </p:cNvPr>
              <p:cNvSpPr/>
              <p:nvPr/>
            </p:nvSpPr>
            <p:spPr>
              <a:xfrm rot="16200000">
                <a:off x="518017" y="601579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Oval 56">
                <a:extLst>
                  <a:ext uri="{FF2B5EF4-FFF2-40B4-BE49-F238E27FC236}">
                    <a16:creationId xmlns:a16="http://schemas.microsoft.com/office/drawing/2014/main" id="{52AD46B3-7768-79A6-B753-0CF756958AA3}"/>
                  </a:ext>
                </a:extLst>
              </p:cNvPr>
              <p:cNvSpPr/>
              <p:nvPr/>
            </p:nvSpPr>
            <p:spPr>
              <a:xfrm rot="16200000">
                <a:off x="518017" y="5644323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3" name="Oval 56">
                <a:extLst>
                  <a:ext uri="{FF2B5EF4-FFF2-40B4-BE49-F238E27FC236}">
                    <a16:creationId xmlns:a16="http://schemas.microsoft.com/office/drawing/2014/main" id="{B4AE5C0F-07C8-CF74-24BB-D7D2E6E3088A}"/>
                  </a:ext>
                </a:extLst>
              </p:cNvPr>
              <p:cNvSpPr/>
              <p:nvPr/>
            </p:nvSpPr>
            <p:spPr>
              <a:xfrm rot="16200000">
                <a:off x="518017" y="527284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4" name="Oval 56">
                <a:extLst>
                  <a:ext uri="{FF2B5EF4-FFF2-40B4-BE49-F238E27FC236}">
                    <a16:creationId xmlns:a16="http://schemas.microsoft.com/office/drawing/2014/main" id="{66AFA2D1-8DAE-F925-3DA2-63E0BDEC9CE5}"/>
                  </a:ext>
                </a:extLst>
              </p:cNvPr>
              <p:cNvSpPr/>
              <p:nvPr/>
            </p:nvSpPr>
            <p:spPr>
              <a:xfrm rot="16200000">
                <a:off x="929473" y="601579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" name="Oval 56">
                <a:extLst>
                  <a:ext uri="{FF2B5EF4-FFF2-40B4-BE49-F238E27FC236}">
                    <a16:creationId xmlns:a16="http://schemas.microsoft.com/office/drawing/2014/main" id="{7CADC037-1F26-CD26-B460-4A599C4D2576}"/>
                  </a:ext>
                </a:extLst>
              </p:cNvPr>
              <p:cNvSpPr/>
              <p:nvPr/>
            </p:nvSpPr>
            <p:spPr>
              <a:xfrm rot="16200000">
                <a:off x="929473" y="5644323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" name="Oval 56">
                <a:extLst>
                  <a:ext uri="{FF2B5EF4-FFF2-40B4-BE49-F238E27FC236}">
                    <a16:creationId xmlns:a16="http://schemas.microsoft.com/office/drawing/2014/main" id="{C42B4E26-5409-61C8-740D-042797D2CBF9}"/>
                  </a:ext>
                </a:extLst>
              </p:cNvPr>
              <p:cNvSpPr/>
              <p:nvPr/>
            </p:nvSpPr>
            <p:spPr>
              <a:xfrm rot="16200000">
                <a:off x="929473" y="527284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7" name="TextBox 447">
                <a:extLst>
                  <a:ext uri="{FF2B5EF4-FFF2-40B4-BE49-F238E27FC236}">
                    <a16:creationId xmlns:a16="http://schemas.microsoft.com/office/drawing/2014/main" id="{EEBC4DD6-2F4B-3F39-E16E-14B9E8B3CB20}"/>
                  </a:ext>
                </a:extLst>
              </p:cNvPr>
              <p:cNvSpPr txBox="1"/>
              <p:nvPr/>
            </p:nvSpPr>
            <p:spPr>
              <a:xfrm>
                <a:off x="688692" y="5547956"/>
                <a:ext cx="30008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208" name="TextBox 447">
                <a:extLst>
                  <a:ext uri="{FF2B5EF4-FFF2-40B4-BE49-F238E27FC236}">
                    <a16:creationId xmlns:a16="http://schemas.microsoft.com/office/drawing/2014/main" id="{4B66CAAA-F356-E4FF-CEDD-D158F8B515B4}"/>
                  </a:ext>
                </a:extLst>
              </p:cNvPr>
              <p:cNvSpPr txBox="1"/>
              <p:nvPr/>
            </p:nvSpPr>
            <p:spPr>
              <a:xfrm>
                <a:off x="687862" y="5175851"/>
                <a:ext cx="30008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cxnSp>
            <p:nvCxnSpPr>
              <p:cNvPr id="209" name="Gerader Verbinder 380">
                <a:extLst>
                  <a:ext uri="{FF2B5EF4-FFF2-40B4-BE49-F238E27FC236}">
                    <a16:creationId xmlns:a16="http://schemas.microsoft.com/office/drawing/2014/main" id="{6444AFD2-C0E3-4191-50C8-AD76B96D83EB}"/>
                  </a:ext>
                </a:extLst>
              </p:cNvPr>
              <p:cNvCxnSpPr>
                <a:cxnSpLocks/>
                <a:stCxn id="197" idx="6"/>
                <a:endCxn id="202" idx="2"/>
              </p:cNvCxnSpPr>
              <p:nvPr/>
            </p:nvCxnSpPr>
            <p:spPr>
              <a:xfrm rot="16200000">
                <a:off x="359880" y="5767661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Gerader Verbinder 382">
                <a:extLst>
                  <a:ext uri="{FF2B5EF4-FFF2-40B4-BE49-F238E27FC236}">
                    <a16:creationId xmlns:a16="http://schemas.microsoft.com/office/drawing/2014/main" id="{4F492AB0-5561-4EF9-58FB-5DFE02F3E384}"/>
                  </a:ext>
                </a:extLst>
              </p:cNvPr>
              <p:cNvCxnSpPr>
                <a:cxnSpLocks/>
                <a:stCxn id="197" idx="6"/>
                <a:endCxn id="199" idx="2"/>
              </p:cNvCxnSpPr>
              <p:nvPr/>
            </p:nvCxnSpPr>
            <p:spPr>
              <a:xfrm rot="16200000">
                <a:off x="207480" y="5920061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Gerader Verbinder 384">
                <a:extLst>
                  <a:ext uri="{FF2B5EF4-FFF2-40B4-BE49-F238E27FC236}">
                    <a16:creationId xmlns:a16="http://schemas.microsoft.com/office/drawing/2014/main" id="{7CFF544C-AE73-BBE3-BAF9-B1751E5D033E}"/>
                  </a:ext>
                </a:extLst>
              </p:cNvPr>
              <p:cNvCxnSpPr>
                <a:cxnSpLocks/>
                <a:stCxn id="197" idx="6"/>
                <a:endCxn id="205" idx="2"/>
              </p:cNvCxnSpPr>
              <p:nvPr/>
            </p:nvCxnSpPr>
            <p:spPr>
              <a:xfrm rot="16200000">
                <a:off x="565608" y="5561933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Gerader Verbinder 386">
                <a:extLst>
                  <a:ext uri="{FF2B5EF4-FFF2-40B4-BE49-F238E27FC236}">
                    <a16:creationId xmlns:a16="http://schemas.microsoft.com/office/drawing/2014/main" id="{38E88DAF-1E29-711E-3786-AA6F6DC8DB17}"/>
                  </a:ext>
                </a:extLst>
              </p:cNvPr>
              <p:cNvCxnSpPr>
                <a:cxnSpLocks/>
                <a:stCxn id="201" idx="6"/>
                <a:endCxn id="199" idx="2"/>
              </p:cNvCxnSpPr>
              <p:nvPr/>
            </p:nvCxnSpPr>
            <p:spPr>
              <a:xfrm rot="16200000" flipV="1">
                <a:off x="359880" y="5767661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Gerader Verbinder 388">
                <a:extLst>
                  <a:ext uri="{FF2B5EF4-FFF2-40B4-BE49-F238E27FC236}">
                    <a16:creationId xmlns:a16="http://schemas.microsoft.com/office/drawing/2014/main" id="{F62E92A3-9C92-30A6-7656-06A098271598}"/>
                  </a:ext>
                </a:extLst>
              </p:cNvPr>
              <p:cNvCxnSpPr>
                <a:cxnSpLocks/>
                <a:stCxn id="201" idx="6"/>
                <a:endCxn id="202" idx="2"/>
              </p:cNvCxnSpPr>
              <p:nvPr/>
            </p:nvCxnSpPr>
            <p:spPr>
              <a:xfrm rot="16200000">
                <a:off x="512280" y="5920061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Gerader Verbinder 390">
                <a:extLst>
                  <a:ext uri="{FF2B5EF4-FFF2-40B4-BE49-F238E27FC236}">
                    <a16:creationId xmlns:a16="http://schemas.microsoft.com/office/drawing/2014/main" id="{B1DE7F22-3E9C-2DCA-8146-A47550201B98}"/>
                  </a:ext>
                </a:extLst>
              </p:cNvPr>
              <p:cNvCxnSpPr>
                <a:cxnSpLocks/>
                <a:stCxn id="201" idx="6"/>
                <a:endCxn id="205" idx="2"/>
              </p:cNvCxnSpPr>
              <p:nvPr/>
            </p:nvCxnSpPr>
            <p:spPr>
              <a:xfrm rot="16200000">
                <a:off x="718008" y="5714333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Gerader Verbinder 392">
                <a:extLst>
                  <a:ext uri="{FF2B5EF4-FFF2-40B4-BE49-F238E27FC236}">
                    <a16:creationId xmlns:a16="http://schemas.microsoft.com/office/drawing/2014/main" id="{70368D01-7C57-1D2E-17E0-92A3F9812D15}"/>
                  </a:ext>
                </a:extLst>
              </p:cNvPr>
              <p:cNvCxnSpPr>
                <a:cxnSpLocks/>
                <a:stCxn id="204" idx="6"/>
                <a:endCxn id="199" idx="2"/>
              </p:cNvCxnSpPr>
              <p:nvPr/>
            </p:nvCxnSpPr>
            <p:spPr>
              <a:xfrm rot="16200000" flipV="1">
                <a:off x="565608" y="5561933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Gerader Verbinder 394">
                <a:extLst>
                  <a:ext uri="{FF2B5EF4-FFF2-40B4-BE49-F238E27FC236}">
                    <a16:creationId xmlns:a16="http://schemas.microsoft.com/office/drawing/2014/main" id="{F77944FD-01C7-01DB-1A1C-02EF8FDEA15A}"/>
                  </a:ext>
                </a:extLst>
              </p:cNvPr>
              <p:cNvCxnSpPr>
                <a:cxnSpLocks/>
                <a:stCxn id="204" idx="6"/>
                <a:endCxn id="202" idx="2"/>
              </p:cNvCxnSpPr>
              <p:nvPr/>
            </p:nvCxnSpPr>
            <p:spPr>
              <a:xfrm rot="16200000" flipV="1">
                <a:off x="718008" y="5714333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Gerader Verbinder 396">
                <a:extLst>
                  <a:ext uri="{FF2B5EF4-FFF2-40B4-BE49-F238E27FC236}">
                    <a16:creationId xmlns:a16="http://schemas.microsoft.com/office/drawing/2014/main" id="{01566F8C-377F-AF83-80D6-E895018BDBE2}"/>
                  </a:ext>
                </a:extLst>
              </p:cNvPr>
              <p:cNvCxnSpPr>
                <a:cxnSpLocks/>
                <a:stCxn id="204" idx="6"/>
                <a:endCxn id="205" idx="2"/>
              </p:cNvCxnSpPr>
              <p:nvPr/>
            </p:nvCxnSpPr>
            <p:spPr>
              <a:xfrm rot="16200000">
                <a:off x="923736" y="5920061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Gerader Verbinder 398">
                <a:extLst>
                  <a:ext uri="{FF2B5EF4-FFF2-40B4-BE49-F238E27FC236}">
                    <a16:creationId xmlns:a16="http://schemas.microsoft.com/office/drawing/2014/main" id="{65FD307C-2678-03FA-8E22-3DFDA55B9BCB}"/>
                  </a:ext>
                </a:extLst>
              </p:cNvPr>
              <p:cNvCxnSpPr>
                <a:cxnSpLocks/>
                <a:stCxn id="199" idx="6"/>
                <a:endCxn id="203" idx="2"/>
              </p:cNvCxnSpPr>
              <p:nvPr/>
            </p:nvCxnSpPr>
            <p:spPr>
              <a:xfrm rot="16200000">
                <a:off x="359879" y="5396186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Gerader Verbinder 400">
                <a:extLst>
                  <a:ext uri="{FF2B5EF4-FFF2-40B4-BE49-F238E27FC236}">
                    <a16:creationId xmlns:a16="http://schemas.microsoft.com/office/drawing/2014/main" id="{95734540-3614-96E3-5E7C-08BF3A751C51}"/>
                  </a:ext>
                </a:extLst>
              </p:cNvPr>
              <p:cNvCxnSpPr>
                <a:cxnSpLocks/>
                <a:stCxn id="199" idx="6"/>
                <a:endCxn id="200" idx="2"/>
              </p:cNvCxnSpPr>
              <p:nvPr/>
            </p:nvCxnSpPr>
            <p:spPr>
              <a:xfrm rot="16200000">
                <a:off x="207479" y="5548586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Gerader Verbinder 402">
                <a:extLst>
                  <a:ext uri="{FF2B5EF4-FFF2-40B4-BE49-F238E27FC236}">
                    <a16:creationId xmlns:a16="http://schemas.microsoft.com/office/drawing/2014/main" id="{3BE507BF-1034-C133-41DC-8AB47ABF68B1}"/>
                  </a:ext>
                </a:extLst>
              </p:cNvPr>
              <p:cNvCxnSpPr>
                <a:cxnSpLocks/>
                <a:stCxn id="199" idx="6"/>
                <a:endCxn id="206" idx="2"/>
              </p:cNvCxnSpPr>
              <p:nvPr/>
            </p:nvCxnSpPr>
            <p:spPr>
              <a:xfrm rot="16200000">
                <a:off x="565607" y="5190458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Gerader Verbinder 404">
                <a:extLst>
                  <a:ext uri="{FF2B5EF4-FFF2-40B4-BE49-F238E27FC236}">
                    <a16:creationId xmlns:a16="http://schemas.microsoft.com/office/drawing/2014/main" id="{827C69C7-4AD0-9632-46BB-47097854F7B8}"/>
                  </a:ext>
                </a:extLst>
              </p:cNvPr>
              <p:cNvCxnSpPr>
                <a:cxnSpLocks/>
                <a:stCxn id="202" idx="6"/>
                <a:endCxn id="200" idx="2"/>
              </p:cNvCxnSpPr>
              <p:nvPr/>
            </p:nvCxnSpPr>
            <p:spPr>
              <a:xfrm rot="16200000" flipV="1">
                <a:off x="359879" y="5396186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Gerader Verbinder 406">
                <a:extLst>
                  <a:ext uri="{FF2B5EF4-FFF2-40B4-BE49-F238E27FC236}">
                    <a16:creationId xmlns:a16="http://schemas.microsoft.com/office/drawing/2014/main" id="{8A41EAD6-C202-70FB-15B7-B8E79F34046D}"/>
                  </a:ext>
                </a:extLst>
              </p:cNvPr>
              <p:cNvCxnSpPr>
                <a:cxnSpLocks/>
                <a:stCxn id="202" idx="6"/>
                <a:endCxn id="203" idx="2"/>
              </p:cNvCxnSpPr>
              <p:nvPr/>
            </p:nvCxnSpPr>
            <p:spPr>
              <a:xfrm rot="16200000">
                <a:off x="512279" y="5548586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Gerader Verbinder 408">
                <a:extLst>
                  <a:ext uri="{FF2B5EF4-FFF2-40B4-BE49-F238E27FC236}">
                    <a16:creationId xmlns:a16="http://schemas.microsoft.com/office/drawing/2014/main" id="{A0C01D77-A24A-E832-62A9-53BAC75B9474}"/>
                  </a:ext>
                </a:extLst>
              </p:cNvPr>
              <p:cNvCxnSpPr>
                <a:cxnSpLocks/>
                <a:stCxn id="202" idx="6"/>
                <a:endCxn id="206" idx="2"/>
              </p:cNvCxnSpPr>
              <p:nvPr/>
            </p:nvCxnSpPr>
            <p:spPr>
              <a:xfrm rot="16200000">
                <a:off x="718007" y="5342858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Gerader Verbinder 410">
                <a:extLst>
                  <a:ext uri="{FF2B5EF4-FFF2-40B4-BE49-F238E27FC236}">
                    <a16:creationId xmlns:a16="http://schemas.microsoft.com/office/drawing/2014/main" id="{2D3C3C5B-D9FE-BDDA-4A4E-6946ECA7EE42}"/>
                  </a:ext>
                </a:extLst>
              </p:cNvPr>
              <p:cNvCxnSpPr>
                <a:cxnSpLocks/>
                <a:stCxn id="205" idx="6"/>
                <a:endCxn id="200" idx="2"/>
              </p:cNvCxnSpPr>
              <p:nvPr/>
            </p:nvCxnSpPr>
            <p:spPr>
              <a:xfrm rot="16200000" flipV="1">
                <a:off x="565607" y="5190458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Gerader Verbinder 412">
                <a:extLst>
                  <a:ext uri="{FF2B5EF4-FFF2-40B4-BE49-F238E27FC236}">
                    <a16:creationId xmlns:a16="http://schemas.microsoft.com/office/drawing/2014/main" id="{E42E7BB0-91FC-62F1-2376-87BE735C0F92}"/>
                  </a:ext>
                </a:extLst>
              </p:cNvPr>
              <p:cNvCxnSpPr>
                <a:cxnSpLocks/>
                <a:stCxn id="205" idx="6"/>
                <a:endCxn id="203" idx="2"/>
              </p:cNvCxnSpPr>
              <p:nvPr/>
            </p:nvCxnSpPr>
            <p:spPr>
              <a:xfrm rot="16200000" flipV="1">
                <a:off x="718007" y="5342858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Gerader Verbinder 415">
                <a:extLst>
                  <a:ext uri="{FF2B5EF4-FFF2-40B4-BE49-F238E27FC236}">
                    <a16:creationId xmlns:a16="http://schemas.microsoft.com/office/drawing/2014/main" id="{35C9C76B-B725-00CF-15A0-D0CC0CE7FA96}"/>
                  </a:ext>
                </a:extLst>
              </p:cNvPr>
              <p:cNvCxnSpPr>
                <a:cxnSpLocks/>
                <a:stCxn id="205" idx="6"/>
                <a:endCxn id="206" idx="2"/>
              </p:cNvCxnSpPr>
              <p:nvPr/>
            </p:nvCxnSpPr>
            <p:spPr>
              <a:xfrm rot="16200000">
                <a:off x="923735" y="5548586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83CA510-81D0-AC0C-8F54-0CA3BF52613D}"/>
                </a:ext>
              </a:extLst>
            </p:cNvPr>
            <p:cNvGrpSpPr/>
            <p:nvPr/>
          </p:nvGrpSpPr>
          <p:grpSpPr>
            <a:xfrm>
              <a:off x="298151" y="961650"/>
              <a:ext cx="1015358" cy="1075133"/>
              <a:chOff x="155824" y="5175851"/>
              <a:chExt cx="1015358" cy="1075133"/>
            </a:xfrm>
          </p:grpSpPr>
          <p:sp>
            <p:nvSpPr>
              <p:cNvPr id="165" name="Rectangle: Rounded Corners 455">
                <a:extLst>
                  <a:ext uri="{FF2B5EF4-FFF2-40B4-BE49-F238E27FC236}">
                    <a16:creationId xmlns:a16="http://schemas.microsoft.com/office/drawing/2014/main" id="{1ADB3306-8DC1-E60F-C413-8CD9EC147157}"/>
                  </a:ext>
                </a:extLst>
              </p:cNvPr>
              <p:cNvSpPr/>
              <p:nvPr/>
            </p:nvSpPr>
            <p:spPr>
              <a:xfrm rot="16200000" flipV="1">
                <a:off x="140136" y="5219938"/>
                <a:ext cx="1046734" cy="1015358"/>
              </a:xfrm>
              <a:prstGeom prst="roundRect">
                <a:avLst/>
              </a:prstGeom>
              <a:solidFill>
                <a:srgbClr val="FAF1F3"/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Oval 56">
                <a:extLst>
                  <a:ext uri="{FF2B5EF4-FFF2-40B4-BE49-F238E27FC236}">
                    <a16:creationId xmlns:a16="http://schemas.microsoft.com/office/drawing/2014/main" id="{398D0D08-9767-3A37-DAD5-9166F9C5E8B9}"/>
                  </a:ext>
                </a:extLst>
              </p:cNvPr>
              <p:cNvSpPr/>
              <p:nvPr/>
            </p:nvSpPr>
            <p:spPr>
              <a:xfrm rot="16200000">
                <a:off x="213217" y="601579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" name="TextBox 447">
                <a:extLst>
                  <a:ext uri="{FF2B5EF4-FFF2-40B4-BE49-F238E27FC236}">
                    <a16:creationId xmlns:a16="http://schemas.microsoft.com/office/drawing/2014/main" id="{10D21D89-2940-6349-5698-E77A3CB337FE}"/>
                  </a:ext>
                </a:extLst>
              </p:cNvPr>
              <p:cNvSpPr txBox="1"/>
              <p:nvPr/>
            </p:nvSpPr>
            <p:spPr>
              <a:xfrm>
                <a:off x="687862" y="5920062"/>
                <a:ext cx="30008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68" name="Oval 56">
                <a:extLst>
                  <a:ext uri="{FF2B5EF4-FFF2-40B4-BE49-F238E27FC236}">
                    <a16:creationId xmlns:a16="http://schemas.microsoft.com/office/drawing/2014/main" id="{A539C8C7-141D-C65D-3316-9A1405B7D2B6}"/>
                  </a:ext>
                </a:extLst>
              </p:cNvPr>
              <p:cNvSpPr/>
              <p:nvPr/>
            </p:nvSpPr>
            <p:spPr>
              <a:xfrm rot="16200000">
                <a:off x="213217" y="5644323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" name="Oval 56">
                <a:extLst>
                  <a:ext uri="{FF2B5EF4-FFF2-40B4-BE49-F238E27FC236}">
                    <a16:creationId xmlns:a16="http://schemas.microsoft.com/office/drawing/2014/main" id="{72A4AC5A-2039-A09B-425E-709FE8C836D8}"/>
                  </a:ext>
                </a:extLst>
              </p:cNvPr>
              <p:cNvSpPr/>
              <p:nvPr/>
            </p:nvSpPr>
            <p:spPr>
              <a:xfrm rot="16200000">
                <a:off x="213217" y="527284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Oval 56">
                <a:extLst>
                  <a:ext uri="{FF2B5EF4-FFF2-40B4-BE49-F238E27FC236}">
                    <a16:creationId xmlns:a16="http://schemas.microsoft.com/office/drawing/2014/main" id="{910FF018-8846-AA7B-899B-6C770219BA66}"/>
                  </a:ext>
                </a:extLst>
              </p:cNvPr>
              <p:cNvSpPr/>
              <p:nvPr/>
            </p:nvSpPr>
            <p:spPr>
              <a:xfrm rot="16200000">
                <a:off x="518017" y="601579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Oval 56">
                <a:extLst>
                  <a:ext uri="{FF2B5EF4-FFF2-40B4-BE49-F238E27FC236}">
                    <a16:creationId xmlns:a16="http://schemas.microsoft.com/office/drawing/2014/main" id="{427AA076-9A12-AC53-95B3-81D5B6A4F5B2}"/>
                  </a:ext>
                </a:extLst>
              </p:cNvPr>
              <p:cNvSpPr/>
              <p:nvPr/>
            </p:nvSpPr>
            <p:spPr>
              <a:xfrm rot="16200000">
                <a:off x="518017" y="5644323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Oval 56">
                <a:extLst>
                  <a:ext uri="{FF2B5EF4-FFF2-40B4-BE49-F238E27FC236}">
                    <a16:creationId xmlns:a16="http://schemas.microsoft.com/office/drawing/2014/main" id="{249CC629-91D3-1772-2C6C-34DFACDCF79E}"/>
                  </a:ext>
                </a:extLst>
              </p:cNvPr>
              <p:cNvSpPr/>
              <p:nvPr/>
            </p:nvSpPr>
            <p:spPr>
              <a:xfrm rot="16200000">
                <a:off x="518017" y="527284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Oval 56">
                <a:extLst>
                  <a:ext uri="{FF2B5EF4-FFF2-40B4-BE49-F238E27FC236}">
                    <a16:creationId xmlns:a16="http://schemas.microsoft.com/office/drawing/2014/main" id="{C3ACBCAD-0D29-96D2-9BF2-EC33A44E1654}"/>
                  </a:ext>
                </a:extLst>
              </p:cNvPr>
              <p:cNvSpPr/>
              <p:nvPr/>
            </p:nvSpPr>
            <p:spPr>
              <a:xfrm rot="16200000">
                <a:off x="929473" y="601579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Oval 56">
                <a:extLst>
                  <a:ext uri="{FF2B5EF4-FFF2-40B4-BE49-F238E27FC236}">
                    <a16:creationId xmlns:a16="http://schemas.microsoft.com/office/drawing/2014/main" id="{8EAC2F8D-1445-70DC-8284-EC80F0B078B8}"/>
                  </a:ext>
                </a:extLst>
              </p:cNvPr>
              <p:cNvSpPr/>
              <p:nvPr/>
            </p:nvSpPr>
            <p:spPr>
              <a:xfrm rot="16200000">
                <a:off x="929473" y="5644323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5" name="Oval 56">
                <a:extLst>
                  <a:ext uri="{FF2B5EF4-FFF2-40B4-BE49-F238E27FC236}">
                    <a16:creationId xmlns:a16="http://schemas.microsoft.com/office/drawing/2014/main" id="{1213E895-364F-6838-0577-B323ACA8AA8A}"/>
                  </a:ext>
                </a:extLst>
              </p:cNvPr>
              <p:cNvSpPr/>
              <p:nvPr/>
            </p:nvSpPr>
            <p:spPr>
              <a:xfrm rot="16200000">
                <a:off x="929473" y="5272848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" name="TextBox 447">
                <a:extLst>
                  <a:ext uri="{FF2B5EF4-FFF2-40B4-BE49-F238E27FC236}">
                    <a16:creationId xmlns:a16="http://schemas.microsoft.com/office/drawing/2014/main" id="{BFF538B5-4D81-BA4C-A4EE-2BFE92B37A2B}"/>
                  </a:ext>
                </a:extLst>
              </p:cNvPr>
              <p:cNvSpPr txBox="1"/>
              <p:nvPr/>
            </p:nvSpPr>
            <p:spPr>
              <a:xfrm>
                <a:off x="688692" y="5547956"/>
                <a:ext cx="30008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77" name="TextBox 447">
                <a:extLst>
                  <a:ext uri="{FF2B5EF4-FFF2-40B4-BE49-F238E27FC236}">
                    <a16:creationId xmlns:a16="http://schemas.microsoft.com/office/drawing/2014/main" id="{86EF0DE2-F4AB-06DF-39B1-77725F94899F}"/>
                  </a:ext>
                </a:extLst>
              </p:cNvPr>
              <p:cNvSpPr txBox="1"/>
              <p:nvPr/>
            </p:nvSpPr>
            <p:spPr>
              <a:xfrm>
                <a:off x="687862" y="5175851"/>
                <a:ext cx="30008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cxnSp>
            <p:nvCxnSpPr>
              <p:cNvPr id="178" name="Gerader Verbinder 380">
                <a:extLst>
                  <a:ext uri="{FF2B5EF4-FFF2-40B4-BE49-F238E27FC236}">
                    <a16:creationId xmlns:a16="http://schemas.microsoft.com/office/drawing/2014/main" id="{F529E80B-3FFF-F729-16CB-31C71580DB5E}"/>
                  </a:ext>
                </a:extLst>
              </p:cNvPr>
              <p:cNvCxnSpPr>
                <a:cxnSpLocks/>
                <a:stCxn id="166" idx="6"/>
                <a:endCxn id="171" idx="2"/>
              </p:cNvCxnSpPr>
              <p:nvPr/>
            </p:nvCxnSpPr>
            <p:spPr>
              <a:xfrm rot="16200000">
                <a:off x="359880" y="5767661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382">
                <a:extLst>
                  <a:ext uri="{FF2B5EF4-FFF2-40B4-BE49-F238E27FC236}">
                    <a16:creationId xmlns:a16="http://schemas.microsoft.com/office/drawing/2014/main" id="{0EB566A8-A7C8-C398-E4EE-56905911C3C7}"/>
                  </a:ext>
                </a:extLst>
              </p:cNvPr>
              <p:cNvCxnSpPr>
                <a:cxnSpLocks/>
                <a:stCxn id="166" idx="6"/>
                <a:endCxn id="168" idx="2"/>
              </p:cNvCxnSpPr>
              <p:nvPr/>
            </p:nvCxnSpPr>
            <p:spPr>
              <a:xfrm rot="16200000">
                <a:off x="207480" y="5920061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384">
                <a:extLst>
                  <a:ext uri="{FF2B5EF4-FFF2-40B4-BE49-F238E27FC236}">
                    <a16:creationId xmlns:a16="http://schemas.microsoft.com/office/drawing/2014/main" id="{94A71F98-A356-868D-A059-ED53F63C31E6}"/>
                  </a:ext>
                </a:extLst>
              </p:cNvPr>
              <p:cNvCxnSpPr>
                <a:cxnSpLocks/>
                <a:stCxn id="166" idx="6"/>
                <a:endCxn id="174" idx="2"/>
              </p:cNvCxnSpPr>
              <p:nvPr/>
            </p:nvCxnSpPr>
            <p:spPr>
              <a:xfrm rot="16200000">
                <a:off x="565608" y="5561933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386">
                <a:extLst>
                  <a:ext uri="{FF2B5EF4-FFF2-40B4-BE49-F238E27FC236}">
                    <a16:creationId xmlns:a16="http://schemas.microsoft.com/office/drawing/2014/main" id="{210C6BEF-06B4-C2D8-C04E-AA78267D3225}"/>
                  </a:ext>
                </a:extLst>
              </p:cNvPr>
              <p:cNvCxnSpPr>
                <a:cxnSpLocks/>
                <a:stCxn id="170" idx="6"/>
                <a:endCxn id="168" idx="2"/>
              </p:cNvCxnSpPr>
              <p:nvPr/>
            </p:nvCxnSpPr>
            <p:spPr>
              <a:xfrm rot="16200000" flipV="1">
                <a:off x="359880" y="5767661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388">
                <a:extLst>
                  <a:ext uri="{FF2B5EF4-FFF2-40B4-BE49-F238E27FC236}">
                    <a16:creationId xmlns:a16="http://schemas.microsoft.com/office/drawing/2014/main" id="{23088D0C-50D8-1ED0-5C52-9ABF0102869F}"/>
                  </a:ext>
                </a:extLst>
              </p:cNvPr>
              <p:cNvCxnSpPr>
                <a:cxnSpLocks/>
                <a:stCxn id="170" idx="6"/>
                <a:endCxn id="171" idx="2"/>
              </p:cNvCxnSpPr>
              <p:nvPr/>
            </p:nvCxnSpPr>
            <p:spPr>
              <a:xfrm rot="16200000">
                <a:off x="512280" y="5920061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390">
                <a:extLst>
                  <a:ext uri="{FF2B5EF4-FFF2-40B4-BE49-F238E27FC236}">
                    <a16:creationId xmlns:a16="http://schemas.microsoft.com/office/drawing/2014/main" id="{30F69EA0-D315-6B3A-086E-A568C9491FD8}"/>
                  </a:ext>
                </a:extLst>
              </p:cNvPr>
              <p:cNvCxnSpPr>
                <a:cxnSpLocks/>
                <a:stCxn id="170" idx="6"/>
                <a:endCxn id="174" idx="2"/>
              </p:cNvCxnSpPr>
              <p:nvPr/>
            </p:nvCxnSpPr>
            <p:spPr>
              <a:xfrm rot="16200000">
                <a:off x="718008" y="5714333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392">
                <a:extLst>
                  <a:ext uri="{FF2B5EF4-FFF2-40B4-BE49-F238E27FC236}">
                    <a16:creationId xmlns:a16="http://schemas.microsoft.com/office/drawing/2014/main" id="{0A7DD0C3-E7EC-AAA0-9A97-64443C532456}"/>
                  </a:ext>
                </a:extLst>
              </p:cNvPr>
              <p:cNvCxnSpPr>
                <a:cxnSpLocks/>
                <a:stCxn id="173" idx="6"/>
                <a:endCxn id="168" idx="2"/>
              </p:cNvCxnSpPr>
              <p:nvPr/>
            </p:nvCxnSpPr>
            <p:spPr>
              <a:xfrm rot="16200000" flipV="1">
                <a:off x="565608" y="5561933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394">
                <a:extLst>
                  <a:ext uri="{FF2B5EF4-FFF2-40B4-BE49-F238E27FC236}">
                    <a16:creationId xmlns:a16="http://schemas.microsoft.com/office/drawing/2014/main" id="{0EB35972-65C8-1EAA-B6E8-64F4BDF8978F}"/>
                  </a:ext>
                </a:extLst>
              </p:cNvPr>
              <p:cNvCxnSpPr>
                <a:cxnSpLocks/>
                <a:stCxn id="173" idx="6"/>
                <a:endCxn id="171" idx="2"/>
              </p:cNvCxnSpPr>
              <p:nvPr/>
            </p:nvCxnSpPr>
            <p:spPr>
              <a:xfrm rot="16200000" flipV="1">
                <a:off x="718008" y="5714333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r Verbinder 396">
                <a:extLst>
                  <a:ext uri="{FF2B5EF4-FFF2-40B4-BE49-F238E27FC236}">
                    <a16:creationId xmlns:a16="http://schemas.microsoft.com/office/drawing/2014/main" id="{CD9B577C-ADA6-4AA7-95BB-4802217CD4D5}"/>
                  </a:ext>
                </a:extLst>
              </p:cNvPr>
              <p:cNvCxnSpPr>
                <a:cxnSpLocks/>
                <a:stCxn id="173" idx="6"/>
                <a:endCxn id="174" idx="2"/>
              </p:cNvCxnSpPr>
              <p:nvPr/>
            </p:nvCxnSpPr>
            <p:spPr>
              <a:xfrm rot="16200000">
                <a:off x="923736" y="5920061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r Verbinder 398">
                <a:extLst>
                  <a:ext uri="{FF2B5EF4-FFF2-40B4-BE49-F238E27FC236}">
                    <a16:creationId xmlns:a16="http://schemas.microsoft.com/office/drawing/2014/main" id="{8B2F5341-4E96-068E-B44F-0ABE352EBEA8}"/>
                  </a:ext>
                </a:extLst>
              </p:cNvPr>
              <p:cNvCxnSpPr>
                <a:cxnSpLocks/>
                <a:stCxn id="168" idx="6"/>
                <a:endCxn id="172" idx="2"/>
              </p:cNvCxnSpPr>
              <p:nvPr/>
            </p:nvCxnSpPr>
            <p:spPr>
              <a:xfrm rot="16200000">
                <a:off x="359879" y="5396186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Gerader Verbinder 400">
                <a:extLst>
                  <a:ext uri="{FF2B5EF4-FFF2-40B4-BE49-F238E27FC236}">
                    <a16:creationId xmlns:a16="http://schemas.microsoft.com/office/drawing/2014/main" id="{808701A5-25F6-E35A-4DE2-3E3C29847779}"/>
                  </a:ext>
                </a:extLst>
              </p:cNvPr>
              <p:cNvCxnSpPr>
                <a:cxnSpLocks/>
                <a:stCxn id="168" idx="6"/>
                <a:endCxn id="169" idx="2"/>
              </p:cNvCxnSpPr>
              <p:nvPr/>
            </p:nvCxnSpPr>
            <p:spPr>
              <a:xfrm rot="16200000">
                <a:off x="207479" y="5548586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Gerader Verbinder 402">
                <a:extLst>
                  <a:ext uri="{FF2B5EF4-FFF2-40B4-BE49-F238E27FC236}">
                    <a16:creationId xmlns:a16="http://schemas.microsoft.com/office/drawing/2014/main" id="{050AD6EE-5BEC-F2B6-9B45-55EB799E3F0C}"/>
                  </a:ext>
                </a:extLst>
              </p:cNvPr>
              <p:cNvCxnSpPr>
                <a:cxnSpLocks/>
                <a:stCxn id="168" idx="6"/>
                <a:endCxn id="175" idx="2"/>
              </p:cNvCxnSpPr>
              <p:nvPr/>
            </p:nvCxnSpPr>
            <p:spPr>
              <a:xfrm rot="16200000">
                <a:off x="565607" y="5190458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Gerader Verbinder 404">
                <a:extLst>
                  <a:ext uri="{FF2B5EF4-FFF2-40B4-BE49-F238E27FC236}">
                    <a16:creationId xmlns:a16="http://schemas.microsoft.com/office/drawing/2014/main" id="{3998466E-2D88-6B1C-239B-6AD68A60AFFF}"/>
                  </a:ext>
                </a:extLst>
              </p:cNvPr>
              <p:cNvCxnSpPr>
                <a:cxnSpLocks/>
                <a:stCxn id="171" idx="6"/>
                <a:endCxn id="169" idx="2"/>
              </p:cNvCxnSpPr>
              <p:nvPr/>
            </p:nvCxnSpPr>
            <p:spPr>
              <a:xfrm rot="16200000" flipV="1">
                <a:off x="359879" y="5396186"/>
                <a:ext cx="191475" cy="30480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Gerader Verbinder 406">
                <a:extLst>
                  <a:ext uri="{FF2B5EF4-FFF2-40B4-BE49-F238E27FC236}">
                    <a16:creationId xmlns:a16="http://schemas.microsoft.com/office/drawing/2014/main" id="{C0FE205E-C9F6-7D0C-7F65-CCEF39C508F0}"/>
                  </a:ext>
                </a:extLst>
              </p:cNvPr>
              <p:cNvCxnSpPr>
                <a:cxnSpLocks/>
                <a:stCxn id="171" idx="6"/>
                <a:endCxn id="172" idx="2"/>
              </p:cNvCxnSpPr>
              <p:nvPr/>
            </p:nvCxnSpPr>
            <p:spPr>
              <a:xfrm rot="16200000">
                <a:off x="512279" y="5548586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Gerader Verbinder 408">
                <a:extLst>
                  <a:ext uri="{FF2B5EF4-FFF2-40B4-BE49-F238E27FC236}">
                    <a16:creationId xmlns:a16="http://schemas.microsoft.com/office/drawing/2014/main" id="{66977A49-E8B0-EA24-5E3E-E991CF7D5EF1}"/>
                  </a:ext>
                </a:extLst>
              </p:cNvPr>
              <p:cNvCxnSpPr>
                <a:cxnSpLocks/>
                <a:stCxn id="171" idx="6"/>
                <a:endCxn id="175" idx="2"/>
              </p:cNvCxnSpPr>
              <p:nvPr/>
            </p:nvCxnSpPr>
            <p:spPr>
              <a:xfrm rot="16200000">
                <a:off x="718007" y="5342858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Gerader Verbinder 410">
                <a:extLst>
                  <a:ext uri="{FF2B5EF4-FFF2-40B4-BE49-F238E27FC236}">
                    <a16:creationId xmlns:a16="http://schemas.microsoft.com/office/drawing/2014/main" id="{3650C287-F5F7-4422-74CC-64220DADCCFD}"/>
                  </a:ext>
                </a:extLst>
              </p:cNvPr>
              <p:cNvCxnSpPr>
                <a:cxnSpLocks/>
                <a:stCxn id="174" idx="6"/>
                <a:endCxn id="169" idx="2"/>
              </p:cNvCxnSpPr>
              <p:nvPr/>
            </p:nvCxnSpPr>
            <p:spPr>
              <a:xfrm rot="16200000" flipV="1">
                <a:off x="565607" y="5190458"/>
                <a:ext cx="191475" cy="7162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r Verbinder 412">
                <a:extLst>
                  <a:ext uri="{FF2B5EF4-FFF2-40B4-BE49-F238E27FC236}">
                    <a16:creationId xmlns:a16="http://schemas.microsoft.com/office/drawing/2014/main" id="{2667102D-8FC8-16CE-7830-51C856F11B5A}"/>
                  </a:ext>
                </a:extLst>
              </p:cNvPr>
              <p:cNvCxnSpPr>
                <a:cxnSpLocks/>
                <a:stCxn id="174" idx="6"/>
                <a:endCxn id="172" idx="2"/>
              </p:cNvCxnSpPr>
              <p:nvPr/>
            </p:nvCxnSpPr>
            <p:spPr>
              <a:xfrm rot="16200000" flipV="1">
                <a:off x="718007" y="5342858"/>
                <a:ext cx="191475" cy="411456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Gerader Verbinder 415">
                <a:extLst>
                  <a:ext uri="{FF2B5EF4-FFF2-40B4-BE49-F238E27FC236}">
                    <a16:creationId xmlns:a16="http://schemas.microsoft.com/office/drawing/2014/main" id="{5BF982D9-C04C-3E5F-1EED-C501A7AC7E04}"/>
                  </a:ext>
                </a:extLst>
              </p:cNvPr>
              <p:cNvCxnSpPr>
                <a:cxnSpLocks/>
                <a:stCxn id="174" idx="6"/>
                <a:endCxn id="175" idx="2"/>
              </p:cNvCxnSpPr>
              <p:nvPr/>
            </p:nvCxnSpPr>
            <p:spPr>
              <a:xfrm rot="16200000">
                <a:off x="923735" y="5548586"/>
                <a:ext cx="191475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Rectangle: Rounded Corners 443">
              <a:extLst>
                <a:ext uri="{FF2B5EF4-FFF2-40B4-BE49-F238E27FC236}">
                  <a16:creationId xmlns:a16="http://schemas.microsoft.com/office/drawing/2014/main" id="{6F57F5A8-69BC-4655-929F-CEB13FDF3474}"/>
                </a:ext>
              </a:extLst>
            </p:cNvPr>
            <p:cNvSpPr/>
            <p:nvPr/>
          </p:nvSpPr>
          <p:spPr>
            <a:xfrm rot="5400000" flipV="1">
              <a:off x="845306" y="3213227"/>
              <a:ext cx="1266190" cy="2107079"/>
            </a:xfrm>
            <a:prstGeom prst="roundRect">
              <a:avLst/>
            </a:prstGeom>
            <a:solidFill>
              <a:srgbClr val="C8B4DC"/>
            </a:solidFill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Rectangle: Rounded Corners 443">
              <a:extLst>
                <a:ext uri="{FF2B5EF4-FFF2-40B4-BE49-F238E27FC236}">
                  <a16:creationId xmlns:a16="http://schemas.microsoft.com/office/drawing/2014/main" id="{68EC0843-2769-5F81-62F0-BE3E9965B074}"/>
                </a:ext>
              </a:extLst>
            </p:cNvPr>
            <p:cNvSpPr/>
            <p:nvPr/>
          </p:nvSpPr>
          <p:spPr>
            <a:xfrm rot="5400000" flipV="1">
              <a:off x="1012265" y="1607870"/>
              <a:ext cx="917742" cy="2035920"/>
            </a:xfrm>
            <a:prstGeom prst="roundRect">
              <a:avLst/>
            </a:prstGeom>
            <a:solidFill>
              <a:srgbClr val="F1D4D9"/>
            </a:solidFill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Oval 41">
              <a:extLst>
                <a:ext uri="{FF2B5EF4-FFF2-40B4-BE49-F238E27FC236}">
                  <a16:creationId xmlns:a16="http://schemas.microsoft.com/office/drawing/2014/main" id="{8537F048-D28E-C4C3-83A3-618DF4A7A6A0}"/>
                </a:ext>
              </a:extLst>
            </p:cNvPr>
            <p:cNvSpPr/>
            <p:nvPr/>
          </p:nvSpPr>
          <p:spPr>
            <a:xfrm rot="5400000">
              <a:off x="1342534" y="645764"/>
              <a:ext cx="252000" cy="252000"/>
            </a:xfrm>
            <a:prstGeom prst="ellipse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0" rtlCol="0" anchor="ctr"/>
            <a:lstStyle/>
            <a:p>
              <a:pPr algn="ctr"/>
              <a:r>
                <a:rPr lang="en-US" altLang="zh-CN" sz="12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z</a:t>
              </a:r>
              <a:endParaRPr lang="en-US" sz="12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Oval 41">
                  <a:extLst>
                    <a:ext uri="{FF2B5EF4-FFF2-40B4-BE49-F238E27FC236}">
                      <a16:creationId xmlns:a16="http://schemas.microsoft.com/office/drawing/2014/main" id="{7162E91D-3DD6-1DDF-B756-6C2FE0632CDD}"/>
                    </a:ext>
                  </a:extLst>
                </p:cNvPr>
                <p:cNvSpPr/>
                <p:nvPr/>
              </p:nvSpPr>
              <p:spPr>
                <a:xfrm rot="5400000">
                  <a:off x="2033748" y="2458335"/>
                  <a:ext cx="270000" cy="270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l-GR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𝝍</m:t>
                      </m:r>
                    </m:oMath>
                  </a14:m>
                  <a:r>
                    <a:rPr lang="en-US" altLang="zh-CN" sz="11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n</a:t>
                  </a:r>
                  <a:endParaRPr lang="en-US" sz="11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1" name="Oval 41">
                  <a:extLst>
                    <a:ext uri="{FF2B5EF4-FFF2-40B4-BE49-F238E27FC236}">
                      <a16:creationId xmlns:a16="http://schemas.microsoft.com/office/drawing/2014/main" id="{7162E91D-3DD6-1DDF-B756-6C2FE0632C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33748" y="2458335"/>
                  <a:ext cx="270000" cy="270000"/>
                </a:xfrm>
                <a:prstGeom prst="ellipse">
                  <a:avLst/>
                </a:prstGeom>
                <a:blipFill>
                  <a:blip r:embed="rId21"/>
                  <a:stretch>
                    <a:fillRect b="-6522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Oval 41">
                  <a:extLst>
                    <a:ext uri="{FF2B5EF4-FFF2-40B4-BE49-F238E27FC236}">
                      <a16:creationId xmlns:a16="http://schemas.microsoft.com/office/drawing/2014/main" id="{C52C41F7-1CB5-9029-0521-5F1699A97841}"/>
                    </a:ext>
                  </a:extLst>
                </p:cNvPr>
                <p:cNvSpPr/>
                <p:nvPr/>
              </p:nvSpPr>
              <p:spPr>
                <a:xfrm rot="5400000">
                  <a:off x="720569" y="2454971"/>
                  <a:ext cx="270000" cy="270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l-GR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𝝋</m:t>
                      </m:r>
                    </m:oMath>
                  </a14:m>
                  <a:r>
                    <a:rPr lang="en-US" altLang="zh-CN" sz="11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n</a:t>
                  </a:r>
                  <a:endParaRPr lang="en-US" sz="11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Oval 41">
                  <a:extLst>
                    <a:ext uri="{FF2B5EF4-FFF2-40B4-BE49-F238E27FC236}">
                      <a16:creationId xmlns:a16="http://schemas.microsoft.com/office/drawing/2014/main" id="{C52C41F7-1CB5-9029-0521-5F1699A978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720569" y="2454971"/>
                  <a:ext cx="270000" cy="270000"/>
                </a:xfrm>
                <a:prstGeom prst="ellipse">
                  <a:avLst/>
                </a:prstGeom>
                <a:blipFill>
                  <a:blip r:embed="rId22"/>
                  <a:stretch>
                    <a:fillRect b="-6522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Gerader Verbinder 483">
              <a:extLst>
                <a:ext uri="{FF2B5EF4-FFF2-40B4-BE49-F238E27FC236}">
                  <a16:creationId xmlns:a16="http://schemas.microsoft.com/office/drawing/2014/main" id="{478455FE-DB02-86C7-BE33-D0CEBE76DEA9}"/>
                </a:ext>
              </a:extLst>
            </p:cNvPr>
            <p:cNvCxnSpPr>
              <a:cxnSpLocks/>
              <a:stCxn id="90" idx="6"/>
              <a:endCxn id="206" idx="6"/>
            </p:cNvCxnSpPr>
            <p:nvPr/>
          </p:nvCxnSpPr>
          <p:spPr>
            <a:xfrm>
              <a:off x="1468534" y="897764"/>
              <a:ext cx="1015993" cy="161452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485">
              <a:extLst>
                <a:ext uri="{FF2B5EF4-FFF2-40B4-BE49-F238E27FC236}">
                  <a16:creationId xmlns:a16="http://schemas.microsoft.com/office/drawing/2014/main" id="{099A7ECC-B4CF-7CC2-FEBE-30EE071B700A}"/>
                </a:ext>
              </a:extLst>
            </p:cNvPr>
            <p:cNvCxnSpPr>
              <a:cxnSpLocks/>
              <a:stCxn id="90" idx="6"/>
              <a:endCxn id="203" idx="6"/>
            </p:cNvCxnSpPr>
            <p:nvPr/>
          </p:nvCxnSpPr>
          <p:spPr>
            <a:xfrm>
              <a:off x="1468534" y="897764"/>
              <a:ext cx="604537" cy="161452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487">
              <a:extLst>
                <a:ext uri="{FF2B5EF4-FFF2-40B4-BE49-F238E27FC236}">
                  <a16:creationId xmlns:a16="http://schemas.microsoft.com/office/drawing/2014/main" id="{F620983F-44C5-73C4-7EB1-A9947D64F044}"/>
                </a:ext>
              </a:extLst>
            </p:cNvPr>
            <p:cNvCxnSpPr>
              <a:cxnSpLocks/>
              <a:stCxn id="90" idx="6"/>
              <a:endCxn id="200" idx="6"/>
            </p:cNvCxnSpPr>
            <p:nvPr/>
          </p:nvCxnSpPr>
          <p:spPr>
            <a:xfrm>
              <a:off x="1468534" y="897764"/>
              <a:ext cx="299737" cy="161452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489">
              <a:extLst>
                <a:ext uri="{FF2B5EF4-FFF2-40B4-BE49-F238E27FC236}">
                  <a16:creationId xmlns:a16="http://schemas.microsoft.com/office/drawing/2014/main" id="{EDADD1ED-CE0A-7807-AF2E-5ECD001139C7}"/>
                </a:ext>
              </a:extLst>
            </p:cNvPr>
            <p:cNvCxnSpPr>
              <a:cxnSpLocks/>
              <a:stCxn id="90" idx="6"/>
              <a:endCxn id="175" idx="6"/>
            </p:cNvCxnSpPr>
            <p:nvPr/>
          </p:nvCxnSpPr>
          <p:spPr>
            <a:xfrm flipH="1">
              <a:off x="1161800" y="897764"/>
              <a:ext cx="306734" cy="160883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491">
              <a:extLst>
                <a:ext uri="{FF2B5EF4-FFF2-40B4-BE49-F238E27FC236}">
                  <a16:creationId xmlns:a16="http://schemas.microsoft.com/office/drawing/2014/main" id="{1B9A9268-5903-48A3-F178-41A8039786CF}"/>
                </a:ext>
              </a:extLst>
            </p:cNvPr>
            <p:cNvCxnSpPr>
              <a:cxnSpLocks/>
              <a:stCxn id="90" idx="6"/>
              <a:endCxn id="172" idx="6"/>
            </p:cNvCxnSpPr>
            <p:nvPr/>
          </p:nvCxnSpPr>
          <p:spPr>
            <a:xfrm flipH="1">
              <a:off x="750344" y="897764"/>
              <a:ext cx="718190" cy="160883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r Verbinder 493">
              <a:extLst>
                <a:ext uri="{FF2B5EF4-FFF2-40B4-BE49-F238E27FC236}">
                  <a16:creationId xmlns:a16="http://schemas.microsoft.com/office/drawing/2014/main" id="{BABA3029-438A-6C9B-CD75-984363CE8C9C}"/>
                </a:ext>
              </a:extLst>
            </p:cNvPr>
            <p:cNvCxnSpPr>
              <a:cxnSpLocks/>
              <a:stCxn id="90" idx="6"/>
              <a:endCxn id="169" idx="6"/>
            </p:cNvCxnSpPr>
            <p:nvPr/>
          </p:nvCxnSpPr>
          <p:spPr>
            <a:xfrm flipH="1">
              <a:off x="445544" y="897764"/>
              <a:ext cx="1022990" cy="160883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495">
              <a:extLst>
                <a:ext uri="{FF2B5EF4-FFF2-40B4-BE49-F238E27FC236}">
                  <a16:creationId xmlns:a16="http://schemas.microsoft.com/office/drawing/2014/main" id="{262766B5-33A0-C997-D967-215D2F1A63DD}"/>
                </a:ext>
              </a:extLst>
            </p:cNvPr>
            <p:cNvCxnSpPr>
              <a:cxnSpLocks/>
              <a:stCxn id="204" idx="2"/>
              <a:endCxn id="91" idx="2"/>
            </p:cNvCxnSpPr>
            <p:nvPr/>
          </p:nvCxnSpPr>
          <p:spPr>
            <a:xfrm flipH="1">
              <a:off x="2168748" y="1982166"/>
              <a:ext cx="315779" cy="476169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497">
              <a:extLst>
                <a:ext uri="{FF2B5EF4-FFF2-40B4-BE49-F238E27FC236}">
                  <a16:creationId xmlns:a16="http://schemas.microsoft.com/office/drawing/2014/main" id="{A510E50E-205A-5669-0F73-72C00448D6F8}"/>
                </a:ext>
              </a:extLst>
            </p:cNvPr>
            <p:cNvCxnSpPr>
              <a:cxnSpLocks/>
              <a:stCxn id="201" idx="2"/>
              <a:endCxn id="91" idx="2"/>
            </p:cNvCxnSpPr>
            <p:nvPr/>
          </p:nvCxnSpPr>
          <p:spPr>
            <a:xfrm>
              <a:off x="2073071" y="1982166"/>
              <a:ext cx="95677" cy="476169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r Verbinder 509">
              <a:extLst>
                <a:ext uri="{FF2B5EF4-FFF2-40B4-BE49-F238E27FC236}">
                  <a16:creationId xmlns:a16="http://schemas.microsoft.com/office/drawing/2014/main" id="{68AF0444-478B-C2B4-180E-6233D1353B8C}"/>
                </a:ext>
              </a:extLst>
            </p:cNvPr>
            <p:cNvCxnSpPr>
              <a:cxnSpLocks/>
              <a:stCxn id="197" idx="2"/>
              <a:endCxn id="91" idx="2"/>
            </p:cNvCxnSpPr>
            <p:nvPr/>
          </p:nvCxnSpPr>
          <p:spPr>
            <a:xfrm>
              <a:off x="1768271" y="1982166"/>
              <a:ext cx="400477" cy="476169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511">
              <a:extLst>
                <a:ext uri="{FF2B5EF4-FFF2-40B4-BE49-F238E27FC236}">
                  <a16:creationId xmlns:a16="http://schemas.microsoft.com/office/drawing/2014/main" id="{1EFAE8CB-4C82-FE65-7E7C-0340B5D76CD2}"/>
                </a:ext>
              </a:extLst>
            </p:cNvPr>
            <p:cNvCxnSpPr>
              <a:cxnSpLocks/>
              <a:stCxn id="173" idx="2"/>
              <a:endCxn id="92" idx="2"/>
            </p:cNvCxnSpPr>
            <p:nvPr/>
          </p:nvCxnSpPr>
          <p:spPr>
            <a:xfrm flipH="1">
              <a:off x="855569" y="1981597"/>
              <a:ext cx="306231" cy="473374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r Verbinder 513">
              <a:extLst>
                <a:ext uri="{FF2B5EF4-FFF2-40B4-BE49-F238E27FC236}">
                  <a16:creationId xmlns:a16="http://schemas.microsoft.com/office/drawing/2014/main" id="{4342D7ED-0AE3-5B9D-953E-050A28446105}"/>
                </a:ext>
              </a:extLst>
            </p:cNvPr>
            <p:cNvCxnSpPr>
              <a:cxnSpLocks/>
              <a:stCxn id="170" idx="2"/>
              <a:endCxn id="92" idx="2"/>
            </p:cNvCxnSpPr>
            <p:nvPr/>
          </p:nvCxnSpPr>
          <p:spPr>
            <a:xfrm>
              <a:off x="750344" y="1981597"/>
              <a:ext cx="105225" cy="473374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515">
              <a:extLst>
                <a:ext uri="{FF2B5EF4-FFF2-40B4-BE49-F238E27FC236}">
                  <a16:creationId xmlns:a16="http://schemas.microsoft.com/office/drawing/2014/main" id="{CF177A05-2DC8-8B09-411B-FAFDCB2D7746}"/>
                </a:ext>
              </a:extLst>
            </p:cNvPr>
            <p:cNvCxnSpPr>
              <a:cxnSpLocks/>
              <a:stCxn id="166" idx="2"/>
              <a:endCxn id="92" idx="2"/>
            </p:cNvCxnSpPr>
            <p:nvPr/>
          </p:nvCxnSpPr>
          <p:spPr>
            <a:xfrm>
              <a:off x="445544" y="1981597"/>
              <a:ext cx="410025" cy="473374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uppieren 554">
              <a:extLst>
                <a:ext uri="{FF2B5EF4-FFF2-40B4-BE49-F238E27FC236}">
                  <a16:creationId xmlns:a16="http://schemas.microsoft.com/office/drawing/2014/main" id="{56D9575A-AFA1-588A-A243-14B8E744AD5D}"/>
                </a:ext>
              </a:extLst>
            </p:cNvPr>
            <p:cNvGrpSpPr/>
            <p:nvPr/>
          </p:nvGrpSpPr>
          <p:grpSpPr>
            <a:xfrm rot="5400000">
              <a:off x="1277910" y="2466967"/>
              <a:ext cx="737956" cy="303207"/>
              <a:chOff x="2169610" y="1729978"/>
              <a:chExt cx="737956" cy="303207"/>
            </a:xfrm>
          </p:grpSpPr>
          <p:sp>
            <p:nvSpPr>
              <p:cNvPr id="162" name="Rechteck 545">
                <a:extLst>
                  <a:ext uri="{FF2B5EF4-FFF2-40B4-BE49-F238E27FC236}">
                    <a16:creationId xmlns:a16="http://schemas.microsoft.com/office/drawing/2014/main" id="{55925FE8-339A-1255-DF53-734C50AA7FAE}"/>
                  </a:ext>
                </a:extLst>
              </p:cNvPr>
              <p:cNvSpPr/>
              <p:nvPr/>
            </p:nvSpPr>
            <p:spPr>
              <a:xfrm>
                <a:off x="2169610" y="1729978"/>
                <a:ext cx="737956" cy="30320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" name="Oval 41">
                    <a:extLst>
                      <a:ext uri="{FF2B5EF4-FFF2-40B4-BE49-F238E27FC236}">
                        <a16:creationId xmlns:a16="http://schemas.microsoft.com/office/drawing/2014/main" id="{3AB17AA1-9555-560A-6692-AEA993873862}"/>
                      </a:ext>
                    </a:extLst>
                  </p:cNvPr>
                  <p:cNvSpPr/>
                  <p:nvPr/>
                </p:nvSpPr>
                <p:spPr>
                  <a:xfrm>
                    <a:off x="2199951" y="1754944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sub>
                            <m:sup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bSup>
                        </m:oMath>
                      </m:oMathPara>
                    </a14:m>
                    <a:endParaRPr lang="en-US" sz="900" b="1" i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3" name="Oval 41">
                    <a:extLst>
                      <a:ext uri="{FF2B5EF4-FFF2-40B4-BE49-F238E27FC236}">
                        <a16:creationId xmlns:a16="http://schemas.microsoft.com/office/drawing/2014/main" id="{3AB17AA1-9555-560A-6692-AEA99387386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9951" y="1754944"/>
                    <a:ext cx="252000" cy="252000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4" name="Oval 41">
                    <a:extLst>
                      <a:ext uri="{FF2B5EF4-FFF2-40B4-BE49-F238E27FC236}">
                        <a16:creationId xmlns:a16="http://schemas.microsoft.com/office/drawing/2014/main" id="{43AECE26-AAD3-1B54-EF6D-B377E464A73B}"/>
                      </a:ext>
                    </a:extLst>
                  </p:cNvPr>
                  <p:cNvSpPr/>
                  <p:nvPr/>
                </p:nvSpPr>
                <p:spPr>
                  <a:xfrm>
                    <a:off x="2615600" y="1758935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sub>
                            <m:sup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bSup>
                        </m:oMath>
                      </m:oMathPara>
                    </a14:m>
                    <a:endParaRPr lang="en-US" sz="1100" b="1" i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4" name="Oval 41">
                    <a:extLst>
                      <a:ext uri="{FF2B5EF4-FFF2-40B4-BE49-F238E27FC236}">
                        <a16:creationId xmlns:a16="http://schemas.microsoft.com/office/drawing/2014/main" id="{43AECE26-AAD3-1B54-EF6D-B377E464A7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5600" y="1758935"/>
                    <a:ext cx="252000" cy="252000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6" name="Gruppieren 553">
              <a:extLst>
                <a:ext uri="{FF2B5EF4-FFF2-40B4-BE49-F238E27FC236}">
                  <a16:creationId xmlns:a16="http://schemas.microsoft.com/office/drawing/2014/main" id="{6B28FB8F-1201-C5DD-1D64-99546DF1682B}"/>
                </a:ext>
              </a:extLst>
            </p:cNvPr>
            <p:cNvGrpSpPr/>
            <p:nvPr/>
          </p:nvGrpSpPr>
          <p:grpSpPr>
            <a:xfrm rot="5400000">
              <a:off x="921777" y="2465377"/>
              <a:ext cx="730894" cy="303207"/>
              <a:chOff x="2171551" y="2085675"/>
              <a:chExt cx="730894" cy="303207"/>
            </a:xfrm>
          </p:grpSpPr>
          <p:sp>
            <p:nvSpPr>
              <p:cNvPr id="159" name="Rechteck 546">
                <a:extLst>
                  <a:ext uri="{FF2B5EF4-FFF2-40B4-BE49-F238E27FC236}">
                    <a16:creationId xmlns:a16="http://schemas.microsoft.com/office/drawing/2014/main" id="{0914B9EE-28DF-15B1-5710-A442E2CBEF05}"/>
                  </a:ext>
                </a:extLst>
              </p:cNvPr>
              <p:cNvSpPr/>
              <p:nvPr/>
            </p:nvSpPr>
            <p:spPr>
              <a:xfrm>
                <a:off x="2171551" y="2085675"/>
                <a:ext cx="730894" cy="30320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Oval 41">
                    <a:extLst>
                      <a:ext uri="{FF2B5EF4-FFF2-40B4-BE49-F238E27FC236}">
                        <a16:creationId xmlns:a16="http://schemas.microsoft.com/office/drawing/2014/main" id="{93924AED-65C5-453A-62F1-9EBC9D135F17}"/>
                      </a:ext>
                    </a:extLst>
                  </p:cNvPr>
                  <p:cNvSpPr/>
                  <p:nvPr/>
                </p:nvSpPr>
                <p:spPr>
                  <a:xfrm>
                    <a:off x="2194459" y="2119273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sub>
                            <m:sup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bSup>
                        </m:oMath>
                      </m:oMathPara>
                    </a14:m>
                    <a:endParaRPr lang="en-US" sz="900" b="1" i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0" name="Oval 41">
                    <a:extLst>
                      <a:ext uri="{FF2B5EF4-FFF2-40B4-BE49-F238E27FC236}">
                        <a16:creationId xmlns:a16="http://schemas.microsoft.com/office/drawing/2014/main" id="{93924AED-65C5-453A-62F1-9EBC9D135F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4459" y="2119273"/>
                    <a:ext cx="252000" cy="252000"/>
                  </a:xfrm>
                  <a:prstGeom prst="ellipse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Oval 41">
                    <a:extLst>
                      <a:ext uri="{FF2B5EF4-FFF2-40B4-BE49-F238E27FC236}">
                        <a16:creationId xmlns:a16="http://schemas.microsoft.com/office/drawing/2014/main" id="{7227BEF4-8696-7804-4254-06E335561205}"/>
                      </a:ext>
                    </a:extLst>
                  </p:cNvPr>
                  <p:cNvSpPr/>
                  <p:nvPr/>
                </p:nvSpPr>
                <p:spPr>
                  <a:xfrm>
                    <a:off x="2610108" y="2123264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sub>
                            <m:sup>
                              <m:r>
                                <a:rPr lang="en-US" sz="11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bSup>
                        </m:oMath>
                      </m:oMathPara>
                    </a14:m>
                    <a:endParaRPr lang="en-US" sz="900" b="1" i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1" name="Oval 41">
                    <a:extLst>
                      <a:ext uri="{FF2B5EF4-FFF2-40B4-BE49-F238E27FC236}">
                        <a16:creationId xmlns:a16="http://schemas.microsoft.com/office/drawing/2014/main" id="{7227BEF4-8696-7804-4254-06E33556120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0108" y="2123264"/>
                    <a:ext cx="252000" cy="252000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7" name="Gerader Verbinder 568">
              <a:extLst>
                <a:ext uri="{FF2B5EF4-FFF2-40B4-BE49-F238E27FC236}">
                  <a16:creationId xmlns:a16="http://schemas.microsoft.com/office/drawing/2014/main" id="{3BD11AA4-C202-5760-1991-8A80067134AA}"/>
                </a:ext>
              </a:extLst>
            </p:cNvPr>
            <p:cNvCxnSpPr>
              <a:cxnSpLocks/>
              <a:stCxn id="90" idx="6"/>
              <a:endCxn id="162" idx="1"/>
            </p:cNvCxnSpPr>
            <p:nvPr/>
          </p:nvCxnSpPr>
          <p:spPr>
            <a:xfrm rot="5400000" flipV="1">
              <a:off x="881797" y="1484502"/>
              <a:ext cx="1351828" cy="178353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r Verbinder 570">
              <a:extLst>
                <a:ext uri="{FF2B5EF4-FFF2-40B4-BE49-F238E27FC236}">
                  <a16:creationId xmlns:a16="http://schemas.microsoft.com/office/drawing/2014/main" id="{B812121B-4C23-48C1-40C0-4E204F94A5BF}"/>
                </a:ext>
              </a:extLst>
            </p:cNvPr>
            <p:cNvCxnSpPr>
              <a:stCxn id="90" idx="6"/>
              <a:endCxn id="159" idx="1"/>
            </p:cNvCxnSpPr>
            <p:nvPr/>
          </p:nvCxnSpPr>
          <p:spPr>
            <a:xfrm rot="5400000">
              <a:off x="700994" y="1483993"/>
              <a:ext cx="1353769" cy="181311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Oval 41">
                  <a:extLst>
                    <a:ext uri="{FF2B5EF4-FFF2-40B4-BE49-F238E27FC236}">
                      <a16:creationId xmlns:a16="http://schemas.microsoft.com/office/drawing/2014/main" id="{E01ADC64-36AB-324A-B49A-32E1C221D7FB}"/>
                    </a:ext>
                  </a:extLst>
                </p:cNvPr>
                <p:cNvSpPr/>
                <p:nvPr/>
              </p:nvSpPr>
              <p:spPr>
                <a:xfrm rot="5400000">
                  <a:off x="1730292" y="3233881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1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l-GR" sz="11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𝝍</m:t>
                        </m:r>
                      </m:oMath>
                    </m:oMathPara>
                  </a14:m>
                  <a:endParaRPr lang="en-US" sz="11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9" name="Oval 41">
                  <a:extLst>
                    <a:ext uri="{FF2B5EF4-FFF2-40B4-BE49-F238E27FC236}">
                      <a16:creationId xmlns:a16="http://schemas.microsoft.com/office/drawing/2014/main" id="{E01ADC64-36AB-324A-B49A-32E1C221D7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30292" y="3233881"/>
                  <a:ext cx="252000" cy="252000"/>
                </a:xfrm>
                <a:prstGeom prst="ellipse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Oval 41">
                  <a:extLst>
                    <a:ext uri="{FF2B5EF4-FFF2-40B4-BE49-F238E27FC236}">
                      <a16:creationId xmlns:a16="http://schemas.microsoft.com/office/drawing/2014/main" id="{6761C12A-B010-CC5A-AD44-EE1D4764A6F2}"/>
                    </a:ext>
                  </a:extLst>
                </p:cNvPr>
                <p:cNvSpPr/>
                <p:nvPr/>
              </p:nvSpPr>
              <p:spPr>
                <a:xfrm rot="5400000">
                  <a:off x="954827" y="3222676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1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l-GR" sz="11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𝝋</m:t>
                        </m:r>
                      </m:oMath>
                    </m:oMathPara>
                  </a14:m>
                  <a:endParaRPr lang="en-US" sz="11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0" name="Oval 41">
                  <a:extLst>
                    <a:ext uri="{FF2B5EF4-FFF2-40B4-BE49-F238E27FC236}">
                      <a16:creationId xmlns:a16="http://schemas.microsoft.com/office/drawing/2014/main" id="{6761C12A-B010-CC5A-AD44-EE1D4764A6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954827" y="3222676"/>
                  <a:ext cx="252000" cy="252000"/>
                </a:xfrm>
                <a:prstGeom prst="ellipse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Gerader Verbinder 596">
              <a:extLst>
                <a:ext uri="{FF2B5EF4-FFF2-40B4-BE49-F238E27FC236}">
                  <a16:creationId xmlns:a16="http://schemas.microsoft.com/office/drawing/2014/main" id="{29A07C8B-654F-B0E8-57DA-FEECD82D9DB7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rot="5400000">
              <a:off x="1759747" y="2824880"/>
              <a:ext cx="505546" cy="31245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r Verbinder 598">
              <a:extLst>
                <a:ext uri="{FF2B5EF4-FFF2-40B4-BE49-F238E27FC236}">
                  <a16:creationId xmlns:a16="http://schemas.microsoft.com/office/drawing/2014/main" id="{246F8114-C7D3-E403-6E51-4751DB2171BC}"/>
                </a:ext>
              </a:extLst>
            </p:cNvPr>
            <p:cNvCxnSpPr>
              <a:cxnSpLocks/>
              <a:stCxn id="162" idx="3"/>
              <a:endCxn id="109" idx="2"/>
            </p:cNvCxnSpPr>
            <p:nvPr/>
          </p:nvCxnSpPr>
          <p:spPr>
            <a:xfrm rot="5400000" flipV="1">
              <a:off x="1628423" y="3006012"/>
              <a:ext cx="246333" cy="209405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600">
              <a:extLst>
                <a:ext uri="{FF2B5EF4-FFF2-40B4-BE49-F238E27FC236}">
                  <a16:creationId xmlns:a16="http://schemas.microsoft.com/office/drawing/2014/main" id="{509C78C9-93ED-C9F0-2AC1-C8DBBB669DF8}"/>
                </a:ext>
              </a:extLst>
            </p:cNvPr>
            <p:cNvCxnSpPr>
              <a:cxnSpLocks/>
              <a:stCxn id="159" idx="3"/>
              <a:endCxn id="110" idx="2"/>
            </p:cNvCxnSpPr>
            <p:nvPr/>
          </p:nvCxnSpPr>
          <p:spPr>
            <a:xfrm rot="5400000">
              <a:off x="1063901" y="2999354"/>
              <a:ext cx="240249" cy="20639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r Verbinder 603">
              <a:extLst>
                <a:ext uri="{FF2B5EF4-FFF2-40B4-BE49-F238E27FC236}">
                  <a16:creationId xmlns:a16="http://schemas.microsoft.com/office/drawing/2014/main" id="{E3281344-2CBA-CF8D-830E-DA50F64A2943}"/>
                </a:ext>
              </a:extLst>
            </p:cNvPr>
            <p:cNvCxnSpPr>
              <a:stCxn id="92" idx="6"/>
              <a:endCxn id="110" idx="2"/>
            </p:cNvCxnSpPr>
            <p:nvPr/>
          </p:nvCxnSpPr>
          <p:spPr>
            <a:xfrm rot="5400000" flipV="1">
              <a:off x="719346" y="2861195"/>
              <a:ext cx="497705" cy="225258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hteck 615">
                  <a:extLst>
                    <a:ext uri="{FF2B5EF4-FFF2-40B4-BE49-F238E27FC236}">
                      <a16:creationId xmlns:a16="http://schemas.microsoft.com/office/drawing/2014/main" id="{C3E89717-CDA7-5586-565A-AFE71D5A993E}"/>
                    </a:ext>
                  </a:extLst>
                </p:cNvPr>
                <p:cNvSpPr/>
                <p:nvPr/>
              </p:nvSpPr>
              <p:spPr>
                <a:xfrm rot="5400000">
                  <a:off x="2023659" y="3797956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</m:t>
                            </m:r>
                            <m:r>
                              <a:rPr lang="el-GR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sub>
                        </m:sSub>
                      </m:oMath>
                    </m:oMathPara>
                  </a14:m>
                  <a:endParaRPr lang="en-US" sz="10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Rechteck 615">
                  <a:extLst>
                    <a:ext uri="{FF2B5EF4-FFF2-40B4-BE49-F238E27FC236}">
                      <a16:creationId xmlns:a16="http://schemas.microsoft.com/office/drawing/2014/main" id="{C3E89717-CDA7-5586-565A-AFE71D5A99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23659" y="3797956"/>
                  <a:ext cx="252000" cy="25200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hteck 616">
                  <a:extLst>
                    <a:ext uri="{FF2B5EF4-FFF2-40B4-BE49-F238E27FC236}">
                      <a16:creationId xmlns:a16="http://schemas.microsoft.com/office/drawing/2014/main" id="{37E71FB3-6EAD-852E-457E-A78E005E49C7}"/>
                    </a:ext>
                  </a:extLst>
                </p:cNvPr>
                <p:cNvSpPr/>
                <p:nvPr/>
              </p:nvSpPr>
              <p:spPr>
                <a:xfrm rot="5400000">
                  <a:off x="1574594" y="3798759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</m:t>
                            </m:r>
                            <m:r>
                              <a:rPr lang="el-GR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zz</m:t>
                            </m:r>
                          </m:sub>
                        </m:sSub>
                      </m:oMath>
                    </m:oMathPara>
                  </a14:m>
                  <a:endParaRPr lang="en-US" sz="10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6" name="Rechteck 616">
                  <a:extLst>
                    <a:ext uri="{FF2B5EF4-FFF2-40B4-BE49-F238E27FC236}">
                      <a16:creationId xmlns:a16="http://schemas.microsoft.com/office/drawing/2014/main" id="{37E71FB3-6EAD-852E-457E-A78E005E49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574594" y="3798759"/>
                  <a:ext cx="252000" cy="25200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Rechteck 617">
              <a:extLst>
                <a:ext uri="{FF2B5EF4-FFF2-40B4-BE49-F238E27FC236}">
                  <a16:creationId xmlns:a16="http://schemas.microsoft.com/office/drawing/2014/main" id="{9497C095-281D-7FD2-1F0D-705987D9C3EF}"/>
                </a:ext>
              </a:extLst>
            </p:cNvPr>
            <p:cNvSpPr/>
            <p:nvPr/>
          </p:nvSpPr>
          <p:spPr>
            <a:xfrm rot="5400000">
              <a:off x="1131671" y="3799611"/>
              <a:ext cx="252000" cy="252000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¯¯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hteck 618">
                  <a:extLst>
                    <a:ext uri="{FF2B5EF4-FFF2-40B4-BE49-F238E27FC236}">
                      <a16:creationId xmlns:a16="http://schemas.microsoft.com/office/drawing/2014/main" id="{4B762CF1-04A8-54EF-1923-520128807964}"/>
                    </a:ext>
                  </a:extLst>
                </p:cNvPr>
                <p:cNvSpPr/>
                <p:nvPr/>
              </p:nvSpPr>
              <p:spPr>
                <a:xfrm rot="5400000">
                  <a:off x="663810" y="3797530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lang="en-US" sz="105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05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l-GR" sz="105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𝝏</m:t>
                                </m:r>
                              </m:e>
                              <m:sub>
                                <m:acc>
                                  <m:accPr>
                                    <m:chr m:val="̅"/>
                                    <m:ctrlPr>
                                      <a:rPr lang="en-US" altLang="zh-CN" sz="105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05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z</m:t>
                                    </m:r>
                                  </m:e>
                                </m:acc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sz="105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8" name="Rechteck 618">
                  <a:extLst>
                    <a:ext uri="{FF2B5EF4-FFF2-40B4-BE49-F238E27FC236}">
                      <a16:creationId xmlns:a16="http://schemas.microsoft.com/office/drawing/2014/main" id="{4B762CF1-04A8-54EF-1923-5201288079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63810" y="3797530"/>
                  <a:ext cx="252000" cy="25200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Oval 41">
                  <a:extLst>
                    <a:ext uri="{FF2B5EF4-FFF2-40B4-BE49-F238E27FC236}">
                      <a16:creationId xmlns:a16="http://schemas.microsoft.com/office/drawing/2014/main" id="{0F1B4595-D2DF-A66C-C1FA-D423D753EE73}"/>
                    </a:ext>
                  </a:extLst>
                </p:cNvPr>
                <p:cNvSpPr/>
                <p:nvPr/>
              </p:nvSpPr>
              <p:spPr>
                <a:xfrm rot="5400000">
                  <a:off x="2213639" y="4504399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𝒙𝒙</m:t>
                            </m:r>
                          </m:sub>
                        </m:sSub>
                      </m:oMath>
                    </m:oMathPara>
                  </a14:m>
                  <a:endParaRPr lang="en-US" sz="11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9" name="Oval 41">
                  <a:extLst>
                    <a:ext uri="{FF2B5EF4-FFF2-40B4-BE49-F238E27FC236}">
                      <a16:creationId xmlns:a16="http://schemas.microsoft.com/office/drawing/2014/main" id="{0F1B4595-D2DF-A66C-C1FA-D423D753EE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213639" y="4504399"/>
                  <a:ext cx="252000" cy="252000"/>
                </a:xfrm>
                <a:prstGeom prst="ellipse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Oval 41">
                  <a:extLst>
                    <a:ext uri="{FF2B5EF4-FFF2-40B4-BE49-F238E27FC236}">
                      <a16:creationId xmlns:a16="http://schemas.microsoft.com/office/drawing/2014/main" id="{49224299-1F73-3E95-442E-539847496C66}"/>
                    </a:ext>
                  </a:extLst>
                </p:cNvPr>
                <p:cNvSpPr/>
                <p:nvPr/>
              </p:nvSpPr>
              <p:spPr>
                <a:xfrm rot="5400000">
                  <a:off x="1794110" y="4504399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𝒚𝒚</m:t>
                            </m:r>
                          </m:sub>
                        </m:sSub>
                      </m:oMath>
                    </m:oMathPara>
                  </a14:m>
                  <a:endParaRPr lang="en-US" sz="11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0" name="Oval 41">
                  <a:extLst>
                    <a:ext uri="{FF2B5EF4-FFF2-40B4-BE49-F238E27FC236}">
                      <a16:creationId xmlns:a16="http://schemas.microsoft.com/office/drawing/2014/main" id="{49224299-1F73-3E95-442E-539847496C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94110" y="4504399"/>
                  <a:ext cx="252000" cy="252000"/>
                </a:xfrm>
                <a:prstGeom prst="ellipse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Oval 41">
                  <a:extLst>
                    <a:ext uri="{FF2B5EF4-FFF2-40B4-BE49-F238E27FC236}">
                      <a16:creationId xmlns:a16="http://schemas.microsoft.com/office/drawing/2014/main" id="{0E10C6E7-A6A5-A36B-8DBE-23D25FF47F6C}"/>
                    </a:ext>
                  </a:extLst>
                </p:cNvPr>
                <p:cNvSpPr/>
                <p:nvPr/>
              </p:nvSpPr>
              <p:spPr>
                <a:xfrm rot="5400000">
                  <a:off x="1359353" y="4521317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𝒙𝒚</m:t>
                            </m:r>
                          </m:sub>
                        </m:sSub>
                      </m:oMath>
                    </m:oMathPara>
                  </a14:m>
                  <a:endParaRPr lang="en-US" sz="11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1" name="Oval 41">
                  <a:extLst>
                    <a:ext uri="{FF2B5EF4-FFF2-40B4-BE49-F238E27FC236}">
                      <a16:creationId xmlns:a16="http://schemas.microsoft.com/office/drawing/2014/main" id="{0E10C6E7-A6A5-A36B-8DBE-23D25FF47F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359353" y="4521317"/>
                  <a:ext cx="252000" cy="252000"/>
                </a:xfrm>
                <a:prstGeom prst="ellipse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Oval 41">
                  <a:extLst>
                    <a:ext uri="{FF2B5EF4-FFF2-40B4-BE49-F238E27FC236}">
                      <a16:creationId xmlns:a16="http://schemas.microsoft.com/office/drawing/2014/main" id="{C9CDD97D-3627-D779-06D5-BCA6D0C8520B}"/>
                    </a:ext>
                  </a:extLst>
                </p:cNvPr>
                <p:cNvSpPr/>
                <p:nvPr/>
              </p:nvSpPr>
              <p:spPr>
                <a:xfrm rot="5400000">
                  <a:off x="924729" y="4515651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sz="11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" name="Oval 41">
                  <a:extLst>
                    <a:ext uri="{FF2B5EF4-FFF2-40B4-BE49-F238E27FC236}">
                      <a16:creationId xmlns:a16="http://schemas.microsoft.com/office/drawing/2014/main" id="{C9CDD97D-3627-D779-06D5-BCA6D0C852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924729" y="4515651"/>
                  <a:ext cx="252000" cy="252000"/>
                </a:xfrm>
                <a:prstGeom prst="ellipse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Oval 41">
                  <a:extLst>
                    <a:ext uri="{FF2B5EF4-FFF2-40B4-BE49-F238E27FC236}">
                      <a16:creationId xmlns:a16="http://schemas.microsoft.com/office/drawing/2014/main" id="{1090B084-7423-58C2-C265-2C350F0C9D5F}"/>
                    </a:ext>
                  </a:extLst>
                </p:cNvPr>
                <p:cNvSpPr/>
                <p:nvPr/>
              </p:nvSpPr>
              <p:spPr>
                <a:xfrm rot="5400000">
                  <a:off x="495833" y="4521317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altLang="zh-CN" sz="11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sz="11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3" name="Oval 41">
                  <a:extLst>
                    <a:ext uri="{FF2B5EF4-FFF2-40B4-BE49-F238E27FC236}">
                      <a16:creationId xmlns:a16="http://schemas.microsoft.com/office/drawing/2014/main" id="{1090B084-7423-58C2-C265-2C350F0C9D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95833" y="4521317"/>
                  <a:ext cx="252000" cy="252000"/>
                </a:xfrm>
                <a:prstGeom prst="ellipse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Gerader Verbinder 633">
              <a:extLst>
                <a:ext uri="{FF2B5EF4-FFF2-40B4-BE49-F238E27FC236}">
                  <a16:creationId xmlns:a16="http://schemas.microsoft.com/office/drawing/2014/main" id="{E15A02D4-578B-B357-B06B-A27C1BEAFAAD}"/>
                </a:ext>
              </a:extLst>
            </p:cNvPr>
            <p:cNvCxnSpPr>
              <a:cxnSpLocks/>
              <a:stCxn id="109" idx="6"/>
              <a:endCxn id="115" idx="1"/>
            </p:cNvCxnSpPr>
            <p:nvPr/>
          </p:nvCxnSpPr>
          <p:spPr>
            <a:xfrm rot="5400000" flipV="1">
              <a:off x="1846938" y="3495235"/>
              <a:ext cx="312075" cy="293367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r Verbinder 637">
              <a:extLst>
                <a:ext uri="{FF2B5EF4-FFF2-40B4-BE49-F238E27FC236}">
                  <a16:creationId xmlns:a16="http://schemas.microsoft.com/office/drawing/2014/main" id="{84FD3E03-6049-03FA-D1E1-4E2AD7CCA4AC}"/>
                </a:ext>
              </a:extLst>
            </p:cNvPr>
            <p:cNvCxnSpPr>
              <a:cxnSpLocks/>
              <a:stCxn id="109" idx="6"/>
              <a:endCxn id="116" idx="1"/>
            </p:cNvCxnSpPr>
            <p:nvPr/>
          </p:nvCxnSpPr>
          <p:spPr>
            <a:xfrm rot="5400000">
              <a:off x="1622004" y="3564471"/>
              <a:ext cx="312878" cy="155698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r Verbinder 639">
              <a:extLst>
                <a:ext uri="{FF2B5EF4-FFF2-40B4-BE49-F238E27FC236}">
                  <a16:creationId xmlns:a16="http://schemas.microsoft.com/office/drawing/2014/main" id="{13417E33-F34D-6310-E51C-AEE97D5EB44B}"/>
                </a:ext>
              </a:extLst>
            </p:cNvPr>
            <p:cNvCxnSpPr>
              <a:cxnSpLocks/>
              <a:stCxn id="109" idx="6"/>
              <a:endCxn id="117" idx="1"/>
            </p:cNvCxnSpPr>
            <p:nvPr/>
          </p:nvCxnSpPr>
          <p:spPr>
            <a:xfrm rot="5400000">
              <a:off x="1400117" y="3343436"/>
              <a:ext cx="313730" cy="598621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r Verbinder 641">
              <a:extLst>
                <a:ext uri="{FF2B5EF4-FFF2-40B4-BE49-F238E27FC236}">
                  <a16:creationId xmlns:a16="http://schemas.microsoft.com/office/drawing/2014/main" id="{17265823-9393-EE7D-D09E-35FF8FF69EB1}"/>
                </a:ext>
              </a:extLst>
            </p:cNvPr>
            <p:cNvCxnSpPr>
              <a:cxnSpLocks/>
              <a:stCxn id="109" idx="6"/>
              <a:endCxn id="118" idx="1"/>
            </p:cNvCxnSpPr>
            <p:nvPr/>
          </p:nvCxnSpPr>
          <p:spPr>
            <a:xfrm rot="5400000">
              <a:off x="1167227" y="3108465"/>
              <a:ext cx="311649" cy="1066482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r Verbinder 643">
              <a:extLst>
                <a:ext uri="{FF2B5EF4-FFF2-40B4-BE49-F238E27FC236}">
                  <a16:creationId xmlns:a16="http://schemas.microsoft.com/office/drawing/2014/main" id="{8CDEA5CF-0F04-183E-9CA4-3AA4B0864A27}"/>
                </a:ext>
              </a:extLst>
            </p:cNvPr>
            <p:cNvCxnSpPr>
              <a:cxnSpLocks/>
              <a:stCxn id="110" idx="6"/>
              <a:endCxn id="115" idx="1"/>
            </p:cNvCxnSpPr>
            <p:nvPr/>
          </p:nvCxnSpPr>
          <p:spPr>
            <a:xfrm rot="5400000" flipV="1">
              <a:off x="1453603" y="3101900"/>
              <a:ext cx="323280" cy="1068832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r Verbinder 645">
              <a:extLst>
                <a:ext uri="{FF2B5EF4-FFF2-40B4-BE49-F238E27FC236}">
                  <a16:creationId xmlns:a16="http://schemas.microsoft.com/office/drawing/2014/main" id="{7BAAEF2C-02C7-1B45-71D0-785F03923930}"/>
                </a:ext>
              </a:extLst>
            </p:cNvPr>
            <p:cNvCxnSpPr>
              <a:cxnSpLocks/>
              <a:stCxn id="110" idx="6"/>
              <a:endCxn id="116" idx="1"/>
            </p:cNvCxnSpPr>
            <p:nvPr/>
          </p:nvCxnSpPr>
          <p:spPr>
            <a:xfrm rot="5400000" flipV="1">
              <a:off x="1228669" y="3326834"/>
              <a:ext cx="324083" cy="619767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r Verbinder 647">
              <a:extLst>
                <a:ext uri="{FF2B5EF4-FFF2-40B4-BE49-F238E27FC236}">
                  <a16:creationId xmlns:a16="http://schemas.microsoft.com/office/drawing/2014/main" id="{8C407BD5-B2C3-2F71-4FAF-ABC478305A77}"/>
                </a:ext>
              </a:extLst>
            </p:cNvPr>
            <p:cNvCxnSpPr>
              <a:cxnSpLocks/>
              <a:stCxn id="110" idx="6"/>
              <a:endCxn id="117" idx="1"/>
            </p:cNvCxnSpPr>
            <p:nvPr/>
          </p:nvCxnSpPr>
          <p:spPr>
            <a:xfrm rot="5400000" flipV="1">
              <a:off x="1006782" y="3548722"/>
              <a:ext cx="324935" cy="176844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r Verbinder 649">
              <a:extLst>
                <a:ext uri="{FF2B5EF4-FFF2-40B4-BE49-F238E27FC236}">
                  <a16:creationId xmlns:a16="http://schemas.microsoft.com/office/drawing/2014/main" id="{D60D7D34-472D-6601-958D-E35CB23C052B}"/>
                </a:ext>
              </a:extLst>
            </p:cNvPr>
            <p:cNvCxnSpPr>
              <a:cxnSpLocks/>
              <a:stCxn id="110" idx="6"/>
              <a:endCxn id="118" idx="1"/>
            </p:cNvCxnSpPr>
            <p:nvPr/>
          </p:nvCxnSpPr>
          <p:spPr>
            <a:xfrm rot="5400000">
              <a:off x="773892" y="3490595"/>
              <a:ext cx="322854" cy="291017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Gerader Verbinder 650">
              <a:extLst>
                <a:ext uri="{FF2B5EF4-FFF2-40B4-BE49-F238E27FC236}">
                  <a16:creationId xmlns:a16="http://schemas.microsoft.com/office/drawing/2014/main" id="{2099EB4B-A1B4-FACD-E53C-2AC51F39049F}"/>
                </a:ext>
              </a:extLst>
            </p:cNvPr>
            <p:cNvCxnSpPr>
              <a:cxnSpLocks/>
              <a:stCxn id="115" idx="3"/>
              <a:endCxn id="119" idx="2"/>
            </p:cNvCxnSpPr>
            <p:nvPr/>
          </p:nvCxnSpPr>
          <p:spPr>
            <a:xfrm rot="5400000" flipV="1">
              <a:off x="2017428" y="4182188"/>
              <a:ext cx="454443" cy="18998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r Verbinder 654">
              <a:extLst>
                <a:ext uri="{FF2B5EF4-FFF2-40B4-BE49-F238E27FC236}">
                  <a16:creationId xmlns:a16="http://schemas.microsoft.com/office/drawing/2014/main" id="{F298BB9C-70D6-6567-1825-5B304CEFEFD4}"/>
                </a:ext>
              </a:extLst>
            </p:cNvPr>
            <p:cNvCxnSpPr>
              <a:cxnSpLocks/>
              <a:stCxn id="115" idx="3"/>
              <a:endCxn id="120" idx="2"/>
            </p:cNvCxnSpPr>
            <p:nvPr/>
          </p:nvCxnSpPr>
          <p:spPr>
            <a:xfrm rot="5400000">
              <a:off x="1807663" y="4162403"/>
              <a:ext cx="454443" cy="229549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r Verbinder 657">
              <a:extLst>
                <a:ext uri="{FF2B5EF4-FFF2-40B4-BE49-F238E27FC236}">
                  <a16:creationId xmlns:a16="http://schemas.microsoft.com/office/drawing/2014/main" id="{5023EA4C-2291-5897-170F-41E0D85C71E6}"/>
                </a:ext>
              </a:extLst>
            </p:cNvPr>
            <p:cNvCxnSpPr>
              <a:cxnSpLocks/>
              <a:stCxn id="115" idx="3"/>
              <a:endCxn id="121" idx="2"/>
            </p:cNvCxnSpPr>
            <p:nvPr/>
          </p:nvCxnSpPr>
          <p:spPr>
            <a:xfrm rot="5400000">
              <a:off x="1581826" y="3953484"/>
              <a:ext cx="471361" cy="66430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r Verbinder 661">
              <a:extLst>
                <a:ext uri="{FF2B5EF4-FFF2-40B4-BE49-F238E27FC236}">
                  <a16:creationId xmlns:a16="http://schemas.microsoft.com/office/drawing/2014/main" id="{D101EF5D-04C8-B421-BC05-BAE485E8F214}"/>
                </a:ext>
              </a:extLst>
            </p:cNvPr>
            <p:cNvCxnSpPr>
              <a:cxnSpLocks/>
              <a:stCxn id="115" idx="3"/>
              <a:endCxn id="122" idx="2"/>
            </p:cNvCxnSpPr>
            <p:nvPr/>
          </p:nvCxnSpPr>
          <p:spPr>
            <a:xfrm rot="5400000">
              <a:off x="1367347" y="3733339"/>
              <a:ext cx="465695" cy="109893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r Verbinder 664">
              <a:extLst>
                <a:ext uri="{FF2B5EF4-FFF2-40B4-BE49-F238E27FC236}">
                  <a16:creationId xmlns:a16="http://schemas.microsoft.com/office/drawing/2014/main" id="{56C5B920-36F9-7703-8047-B9872069A4C8}"/>
                </a:ext>
              </a:extLst>
            </p:cNvPr>
            <p:cNvCxnSpPr>
              <a:cxnSpLocks/>
              <a:stCxn id="115" idx="3"/>
              <a:endCxn id="123" idx="2"/>
            </p:cNvCxnSpPr>
            <p:nvPr/>
          </p:nvCxnSpPr>
          <p:spPr>
            <a:xfrm rot="5400000">
              <a:off x="1150066" y="3521724"/>
              <a:ext cx="471361" cy="152782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r Verbinder 667">
              <a:extLst>
                <a:ext uri="{FF2B5EF4-FFF2-40B4-BE49-F238E27FC236}">
                  <a16:creationId xmlns:a16="http://schemas.microsoft.com/office/drawing/2014/main" id="{E3B26BE3-DD56-2895-EED9-7C851836E4E8}"/>
                </a:ext>
              </a:extLst>
            </p:cNvPr>
            <p:cNvCxnSpPr>
              <a:cxnSpLocks/>
              <a:stCxn id="116" idx="3"/>
              <a:endCxn id="119" idx="2"/>
            </p:cNvCxnSpPr>
            <p:nvPr/>
          </p:nvCxnSpPr>
          <p:spPr>
            <a:xfrm rot="5400000" flipV="1">
              <a:off x="1793297" y="3958057"/>
              <a:ext cx="453640" cy="639045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r Verbinder 670">
              <a:extLst>
                <a:ext uri="{FF2B5EF4-FFF2-40B4-BE49-F238E27FC236}">
                  <a16:creationId xmlns:a16="http://schemas.microsoft.com/office/drawing/2014/main" id="{32F83004-8468-B3AE-9823-402523BFF528}"/>
                </a:ext>
              </a:extLst>
            </p:cNvPr>
            <p:cNvCxnSpPr>
              <a:cxnSpLocks/>
              <a:stCxn id="117" idx="3"/>
              <a:endCxn id="119" idx="2"/>
            </p:cNvCxnSpPr>
            <p:nvPr/>
          </p:nvCxnSpPr>
          <p:spPr>
            <a:xfrm rot="5400000" flipV="1">
              <a:off x="1572261" y="3737021"/>
              <a:ext cx="452788" cy="1081968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r Verbinder 673">
              <a:extLst>
                <a:ext uri="{FF2B5EF4-FFF2-40B4-BE49-F238E27FC236}">
                  <a16:creationId xmlns:a16="http://schemas.microsoft.com/office/drawing/2014/main" id="{CE396F45-BCDF-A195-33AC-015F6FB2CC3B}"/>
                </a:ext>
              </a:extLst>
            </p:cNvPr>
            <p:cNvCxnSpPr>
              <a:cxnSpLocks/>
              <a:stCxn id="118" idx="3"/>
              <a:endCxn id="119" idx="2"/>
            </p:cNvCxnSpPr>
            <p:nvPr/>
          </p:nvCxnSpPr>
          <p:spPr>
            <a:xfrm rot="5400000" flipV="1">
              <a:off x="1337290" y="3502050"/>
              <a:ext cx="454869" cy="1549829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Gerader Verbinder 676">
              <a:extLst>
                <a:ext uri="{FF2B5EF4-FFF2-40B4-BE49-F238E27FC236}">
                  <a16:creationId xmlns:a16="http://schemas.microsoft.com/office/drawing/2014/main" id="{4878E343-C62A-FF85-D5C8-CA77C82BE1DB}"/>
                </a:ext>
              </a:extLst>
            </p:cNvPr>
            <p:cNvCxnSpPr>
              <a:cxnSpLocks/>
              <a:stCxn id="117" idx="3"/>
              <a:endCxn id="120" idx="2"/>
            </p:cNvCxnSpPr>
            <p:nvPr/>
          </p:nvCxnSpPr>
          <p:spPr>
            <a:xfrm rot="5400000" flipV="1">
              <a:off x="1362497" y="3946786"/>
              <a:ext cx="452788" cy="662439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Gerader Verbinder 679">
              <a:extLst>
                <a:ext uri="{FF2B5EF4-FFF2-40B4-BE49-F238E27FC236}">
                  <a16:creationId xmlns:a16="http://schemas.microsoft.com/office/drawing/2014/main" id="{316E0D58-5775-3095-9D7E-F0DAB9A4ADC2}"/>
                </a:ext>
              </a:extLst>
            </p:cNvPr>
            <p:cNvCxnSpPr>
              <a:cxnSpLocks/>
              <a:stCxn id="118" idx="3"/>
              <a:endCxn id="120" idx="2"/>
            </p:cNvCxnSpPr>
            <p:nvPr/>
          </p:nvCxnSpPr>
          <p:spPr>
            <a:xfrm rot="5400000" flipV="1">
              <a:off x="1127526" y="3711815"/>
              <a:ext cx="454869" cy="113030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r Verbinder 682">
              <a:extLst>
                <a:ext uri="{FF2B5EF4-FFF2-40B4-BE49-F238E27FC236}">
                  <a16:creationId xmlns:a16="http://schemas.microsoft.com/office/drawing/2014/main" id="{2FD678A9-2A5F-4CB4-EA86-867379FDC004}"/>
                </a:ext>
              </a:extLst>
            </p:cNvPr>
            <p:cNvCxnSpPr>
              <a:cxnSpLocks/>
              <a:stCxn id="116" idx="3"/>
              <a:endCxn id="121" idx="2"/>
            </p:cNvCxnSpPr>
            <p:nvPr/>
          </p:nvCxnSpPr>
          <p:spPr>
            <a:xfrm rot="5400000">
              <a:off x="1357695" y="4178418"/>
              <a:ext cx="470558" cy="215241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Gerader Verbinder 685">
              <a:extLst>
                <a:ext uri="{FF2B5EF4-FFF2-40B4-BE49-F238E27FC236}">
                  <a16:creationId xmlns:a16="http://schemas.microsoft.com/office/drawing/2014/main" id="{64804D8C-FB90-A8FC-9E07-362736DB239C}"/>
                </a:ext>
              </a:extLst>
            </p:cNvPr>
            <p:cNvCxnSpPr>
              <a:cxnSpLocks/>
              <a:stCxn id="116" idx="3"/>
              <a:endCxn id="120" idx="2"/>
            </p:cNvCxnSpPr>
            <p:nvPr/>
          </p:nvCxnSpPr>
          <p:spPr>
            <a:xfrm rot="5400000" flipV="1">
              <a:off x="1583532" y="4167821"/>
              <a:ext cx="453640" cy="21951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r Verbinder 688">
              <a:extLst>
                <a:ext uri="{FF2B5EF4-FFF2-40B4-BE49-F238E27FC236}">
                  <a16:creationId xmlns:a16="http://schemas.microsoft.com/office/drawing/2014/main" id="{38128F94-3560-E57B-6AB4-C0047CC51F22}"/>
                </a:ext>
              </a:extLst>
            </p:cNvPr>
            <p:cNvCxnSpPr>
              <a:cxnSpLocks/>
              <a:stCxn id="117" idx="3"/>
              <a:endCxn id="121" idx="2"/>
            </p:cNvCxnSpPr>
            <p:nvPr/>
          </p:nvCxnSpPr>
          <p:spPr>
            <a:xfrm rot="5400000" flipV="1">
              <a:off x="1136659" y="4172623"/>
              <a:ext cx="469706" cy="227682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r Verbinder 691">
              <a:extLst>
                <a:ext uri="{FF2B5EF4-FFF2-40B4-BE49-F238E27FC236}">
                  <a16:creationId xmlns:a16="http://schemas.microsoft.com/office/drawing/2014/main" id="{1B7D7ED9-CE2C-1A66-6F4F-8D2CCC5C5DA1}"/>
                </a:ext>
              </a:extLst>
            </p:cNvPr>
            <p:cNvCxnSpPr>
              <a:cxnSpLocks/>
              <a:stCxn id="118" idx="3"/>
              <a:endCxn id="121" idx="2"/>
            </p:cNvCxnSpPr>
            <p:nvPr/>
          </p:nvCxnSpPr>
          <p:spPr>
            <a:xfrm rot="5400000" flipV="1">
              <a:off x="901688" y="3937652"/>
              <a:ext cx="471787" cy="695543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Gerader Verbinder 694">
              <a:extLst>
                <a:ext uri="{FF2B5EF4-FFF2-40B4-BE49-F238E27FC236}">
                  <a16:creationId xmlns:a16="http://schemas.microsoft.com/office/drawing/2014/main" id="{B4561686-E585-4DB1-7B4C-216ACC136BF8}"/>
                </a:ext>
              </a:extLst>
            </p:cNvPr>
            <p:cNvCxnSpPr>
              <a:cxnSpLocks/>
              <a:stCxn id="116" idx="3"/>
              <a:endCxn id="123" idx="2"/>
            </p:cNvCxnSpPr>
            <p:nvPr/>
          </p:nvCxnSpPr>
          <p:spPr>
            <a:xfrm rot="5400000">
              <a:off x="925935" y="3746658"/>
              <a:ext cx="470558" cy="1078761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r Verbinder 697">
              <a:extLst>
                <a:ext uri="{FF2B5EF4-FFF2-40B4-BE49-F238E27FC236}">
                  <a16:creationId xmlns:a16="http://schemas.microsoft.com/office/drawing/2014/main" id="{4AFF6633-E3E3-9B40-7136-1C9CABF063AE}"/>
                </a:ext>
              </a:extLst>
            </p:cNvPr>
            <p:cNvCxnSpPr>
              <a:cxnSpLocks/>
              <a:stCxn id="117" idx="3"/>
              <a:endCxn id="123" idx="2"/>
            </p:cNvCxnSpPr>
            <p:nvPr/>
          </p:nvCxnSpPr>
          <p:spPr>
            <a:xfrm rot="5400000">
              <a:off x="704899" y="3968545"/>
              <a:ext cx="469706" cy="635838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r Verbinder 700">
              <a:extLst>
                <a:ext uri="{FF2B5EF4-FFF2-40B4-BE49-F238E27FC236}">
                  <a16:creationId xmlns:a16="http://schemas.microsoft.com/office/drawing/2014/main" id="{3AE4A206-F85E-7241-5DD4-43F65B53DE82}"/>
                </a:ext>
              </a:extLst>
            </p:cNvPr>
            <p:cNvCxnSpPr>
              <a:cxnSpLocks/>
              <a:stCxn id="118" idx="3"/>
              <a:endCxn id="123" idx="2"/>
            </p:cNvCxnSpPr>
            <p:nvPr/>
          </p:nvCxnSpPr>
          <p:spPr>
            <a:xfrm rot="5400000">
              <a:off x="469928" y="4201435"/>
              <a:ext cx="471787" cy="167977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r Verbinder 805">
              <a:extLst>
                <a:ext uri="{FF2B5EF4-FFF2-40B4-BE49-F238E27FC236}">
                  <a16:creationId xmlns:a16="http://schemas.microsoft.com/office/drawing/2014/main" id="{0B26A51A-ECA0-FBDB-7704-174F1EA34F82}"/>
                </a:ext>
              </a:extLst>
            </p:cNvPr>
            <p:cNvCxnSpPr>
              <a:cxnSpLocks/>
              <a:stCxn id="116" idx="3"/>
              <a:endCxn id="122" idx="2"/>
            </p:cNvCxnSpPr>
            <p:nvPr/>
          </p:nvCxnSpPr>
          <p:spPr>
            <a:xfrm rot="5400000">
              <a:off x="1143216" y="3958273"/>
              <a:ext cx="464892" cy="649865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r Verbinder 809">
              <a:extLst>
                <a:ext uri="{FF2B5EF4-FFF2-40B4-BE49-F238E27FC236}">
                  <a16:creationId xmlns:a16="http://schemas.microsoft.com/office/drawing/2014/main" id="{9C525B73-FE2F-6E7E-E03C-1073727B9CA9}"/>
                </a:ext>
              </a:extLst>
            </p:cNvPr>
            <p:cNvCxnSpPr>
              <a:cxnSpLocks/>
              <a:stCxn id="117" idx="3"/>
              <a:endCxn id="122" idx="2"/>
            </p:cNvCxnSpPr>
            <p:nvPr/>
          </p:nvCxnSpPr>
          <p:spPr>
            <a:xfrm rot="5400000">
              <a:off x="922180" y="4180160"/>
              <a:ext cx="464040" cy="206942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r Verbinder 812">
              <a:extLst>
                <a:ext uri="{FF2B5EF4-FFF2-40B4-BE49-F238E27FC236}">
                  <a16:creationId xmlns:a16="http://schemas.microsoft.com/office/drawing/2014/main" id="{FD24F4A2-B655-CC45-50E3-B94AA3241AF7}"/>
                </a:ext>
              </a:extLst>
            </p:cNvPr>
            <p:cNvCxnSpPr>
              <a:cxnSpLocks/>
              <a:stCxn id="118" idx="3"/>
              <a:endCxn id="122" idx="2"/>
            </p:cNvCxnSpPr>
            <p:nvPr/>
          </p:nvCxnSpPr>
          <p:spPr>
            <a:xfrm rot="5400000" flipV="1">
              <a:off x="687209" y="4152131"/>
              <a:ext cx="466121" cy="260919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Rechteck 831">
                  <a:extLst>
                    <a:ext uri="{FF2B5EF4-FFF2-40B4-BE49-F238E27FC236}">
                      <a16:creationId xmlns:a16="http://schemas.microsoft.com/office/drawing/2014/main" id="{450B424B-04F3-590F-9C63-545C3C2B0ED3}"/>
                    </a:ext>
                  </a:extLst>
                </p:cNvPr>
                <p:cNvSpPr/>
                <p:nvPr/>
              </p:nvSpPr>
              <p:spPr>
                <a:xfrm rot="5400000">
                  <a:off x="2224491" y="1387773"/>
                  <a:ext cx="1080745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1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altLang="zh-CN" sz="11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ranch 1 for</a:t>
                  </a:r>
                  <a:r>
                    <a:rPr lang="el-GR" sz="11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l-GR" sz="11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𝝍</m:t>
                      </m:r>
                    </m:oMath>
                  </a14:m>
                  <a:endParaRPr lang="en-US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2" name="Rechteck 831">
                  <a:extLst>
                    <a:ext uri="{FF2B5EF4-FFF2-40B4-BE49-F238E27FC236}">
                      <a16:creationId xmlns:a16="http://schemas.microsoft.com/office/drawing/2014/main" id="{450B424B-04F3-590F-9C63-545C3C2B0E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224491" y="1387773"/>
                  <a:ext cx="1080745" cy="261610"/>
                </a:xfrm>
                <a:prstGeom prst="rect">
                  <a:avLst/>
                </a:prstGeom>
                <a:blipFill>
                  <a:blip r:embed="rId37"/>
                  <a:stretch>
                    <a:fillRect l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Rechteck 832">
                  <a:extLst>
                    <a:ext uri="{FF2B5EF4-FFF2-40B4-BE49-F238E27FC236}">
                      <a16:creationId xmlns:a16="http://schemas.microsoft.com/office/drawing/2014/main" id="{0BD190AB-1DE3-C641-FB3C-B3560C68A54C}"/>
                    </a:ext>
                  </a:extLst>
                </p:cNvPr>
                <p:cNvSpPr/>
                <p:nvPr/>
              </p:nvSpPr>
              <p:spPr>
                <a:xfrm rot="5400000">
                  <a:off x="-342264" y="1408982"/>
                  <a:ext cx="1071127" cy="2616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1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altLang="zh-CN" sz="11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ranch 2 for </a:t>
                  </a:r>
                  <a14:m>
                    <m:oMath xmlns:m="http://schemas.openxmlformats.org/officeDocument/2006/math">
                      <m:r>
                        <a:rPr lang="el-GR" sz="11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𝝋</m:t>
                      </m:r>
                    </m:oMath>
                  </a14:m>
                  <a:endParaRPr lang="en-US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3" name="Rechteck 832">
                  <a:extLst>
                    <a:ext uri="{FF2B5EF4-FFF2-40B4-BE49-F238E27FC236}">
                      <a16:creationId xmlns:a16="http://schemas.microsoft.com/office/drawing/2014/main" id="{0BD190AB-1DE3-C641-FB3C-B3560C68A5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-342264" y="1408982"/>
                  <a:ext cx="1071127" cy="261610"/>
                </a:xfrm>
                <a:prstGeom prst="rect">
                  <a:avLst/>
                </a:prstGeom>
                <a:blipFill>
                  <a:blip r:embed="rId38"/>
                  <a:stretch>
                    <a:fillRect l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4" name="Rechteck 833">
              <a:extLst>
                <a:ext uri="{FF2B5EF4-FFF2-40B4-BE49-F238E27FC236}">
                  <a16:creationId xmlns:a16="http://schemas.microsoft.com/office/drawing/2014/main" id="{444BDDD4-7554-C66A-BE76-C429A1A7C182}"/>
                </a:ext>
              </a:extLst>
            </p:cNvPr>
            <p:cNvSpPr/>
            <p:nvPr/>
          </p:nvSpPr>
          <p:spPr>
            <a:xfrm rot="5400000">
              <a:off x="2142550" y="2520620"/>
              <a:ext cx="89479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Enrichment</a:t>
              </a:r>
              <a:endParaRPr lang="en-US" sz="11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Rechteck 834">
              <a:extLst>
                <a:ext uri="{FF2B5EF4-FFF2-40B4-BE49-F238E27FC236}">
                  <a16:creationId xmlns:a16="http://schemas.microsoft.com/office/drawing/2014/main" id="{AC4B832E-3E0D-6E81-9D26-A4867B9C9249}"/>
                </a:ext>
              </a:extLst>
            </p:cNvPr>
            <p:cNvSpPr/>
            <p:nvPr/>
          </p:nvSpPr>
          <p:spPr>
            <a:xfrm rot="5400000">
              <a:off x="2034376" y="4163792"/>
              <a:ext cx="119936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KM formulations</a:t>
              </a:r>
              <a:endParaRPr lang="en-US" sz="11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6" name="Gruppieren 921">
              <a:extLst>
                <a:ext uri="{FF2B5EF4-FFF2-40B4-BE49-F238E27FC236}">
                  <a16:creationId xmlns:a16="http://schemas.microsoft.com/office/drawing/2014/main" id="{C73ECB99-D474-CB30-87D9-CEC847014AD4}"/>
                </a:ext>
              </a:extLst>
            </p:cNvPr>
            <p:cNvGrpSpPr/>
            <p:nvPr/>
          </p:nvGrpSpPr>
          <p:grpSpPr>
            <a:xfrm>
              <a:off x="187836" y="3254826"/>
              <a:ext cx="691803" cy="261610"/>
              <a:chOff x="1935869" y="2588654"/>
              <a:chExt cx="691803" cy="261610"/>
            </a:xfrm>
          </p:grpSpPr>
          <p:sp>
            <p:nvSpPr>
              <p:cNvPr id="157" name="TextBox 466">
                <a:extLst>
                  <a:ext uri="{FF2B5EF4-FFF2-40B4-BE49-F238E27FC236}">
                    <a16:creationId xmlns:a16="http://schemas.microsoft.com/office/drawing/2014/main" id="{DFA38090-7C31-3EAC-D01E-C4ACFAEA7B69}"/>
                  </a:ext>
                </a:extLst>
              </p:cNvPr>
              <p:cNvSpPr txBox="1"/>
              <p:nvPr/>
            </p:nvSpPr>
            <p:spPr>
              <a:xfrm>
                <a:off x="2056682" y="2588654"/>
                <a:ext cx="57099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exp(</a:t>
                </a:r>
                <a:r>
                  <a:rPr lang="en-US" altLang="zh-CN" sz="1100" b="1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z </a:t>
                </a:r>
                <a:r>
                  <a:rPr lang="en-US" altLang="zh-CN" sz="1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58" name="Oval 56">
                <a:extLst>
                  <a:ext uri="{FF2B5EF4-FFF2-40B4-BE49-F238E27FC236}">
                    <a16:creationId xmlns:a16="http://schemas.microsoft.com/office/drawing/2014/main" id="{71DBADB9-EAFF-C421-90CD-C6093B8F45EE}"/>
                  </a:ext>
                </a:extLst>
              </p:cNvPr>
              <p:cNvSpPr/>
              <p:nvPr/>
            </p:nvSpPr>
            <p:spPr>
              <a:xfrm>
                <a:off x="1935869" y="2628902"/>
                <a:ext cx="180000" cy="180000"/>
              </a:xfrm>
              <a:prstGeom prst="ellipse">
                <a:avLst/>
              </a:prstGeom>
              <a:solidFill>
                <a:srgbClr val="FF66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27" name="Textfeld 49">
            <a:extLst>
              <a:ext uri="{FF2B5EF4-FFF2-40B4-BE49-F238E27FC236}">
                <a16:creationId xmlns:a16="http://schemas.microsoft.com/office/drawing/2014/main" id="{551408CF-C859-FBA6-B4FE-D6E4AFE1242E}"/>
              </a:ext>
            </a:extLst>
          </p:cNvPr>
          <p:cNvSpPr txBox="1"/>
          <p:nvPr/>
        </p:nvSpPr>
        <p:spPr>
          <a:xfrm>
            <a:off x="8870163" y="909347"/>
            <a:ext cx="27051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Williams’ Network Structure</a:t>
            </a:r>
          </a:p>
        </p:txBody>
      </p:sp>
      <p:sp>
        <p:nvSpPr>
          <p:cNvPr id="231" name="Rechteck 11">
            <a:extLst>
              <a:ext uri="{FF2B5EF4-FFF2-40B4-BE49-F238E27FC236}">
                <a16:creationId xmlns:a16="http://schemas.microsoft.com/office/drawing/2014/main" id="{B9A0E186-DCA3-66AE-2CBA-8AFAF7908B18}"/>
              </a:ext>
            </a:extLst>
          </p:cNvPr>
          <p:cNvSpPr/>
          <p:nvPr/>
        </p:nvSpPr>
        <p:spPr>
          <a:xfrm>
            <a:off x="361048" y="5791200"/>
            <a:ext cx="34067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[1] Matteo </a:t>
            </a:r>
            <a:r>
              <a:rPr lang="en-US" sz="1100" kern="100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Calafà</a:t>
            </a:r>
            <a:r>
              <a:rPr lang="en-US" sz="11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Engineering Fracture Mechanics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C12CEF38-B2FA-374B-2FF5-90C98A7326F8}"/>
                  </a:ext>
                </a:extLst>
              </p:cNvPr>
              <p:cNvSpPr txBox="1"/>
              <p:nvPr/>
            </p:nvSpPr>
            <p:spPr>
              <a:xfrm>
                <a:off x="3625723" y="1841033"/>
                <a:ext cx="2383217" cy="550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C12CEF38-B2FA-374B-2FF5-90C98A732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723" y="1841033"/>
                <a:ext cx="2383217" cy="550920"/>
              </a:xfrm>
              <a:prstGeom prst="rect">
                <a:avLst/>
              </a:prstGeom>
              <a:blipFill>
                <a:blip r:embed="rId39"/>
                <a:stretch>
                  <a:fillRect l="-1279" t="-137778" b="-19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5569C6BF-E1D8-AC41-F94C-B3675EF65DA5}"/>
                  </a:ext>
                </a:extLst>
              </p:cNvPr>
              <p:cNvSpPr txBox="1"/>
              <p:nvPr/>
            </p:nvSpPr>
            <p:spPr>
              <a:xfrm>
                <a:off x="3551537" y="2456381"/>
                <a:ext cx="2531590" cy="550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𝒩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𝐭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5569C6BF-E1D8-AC41-F94C-B3675EF65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537" y="2456381"/>
                <a:ext cx="2531590" cy="550920"/>
              </a:xfrm>
              <a:prstGeom prst="rect">
                <a:avLst/>
              </a:prstGeom>
              <a:blipFill>
                <a:blip r:embed="rId40"/>
                <a:stretch>
                  <a:fillRect l="-964" t="-138889" b="-19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AC8B0EC0-9783-C4FA-41C9-E4FC8E8099E5}"/>
                  </a:ext>
                </a:extLst>
              </p:cNvPr>
              <p:cNvSpPr txBox="1"/>
              <p:nvPr/>
            </p:nvSpPr>
            <p:spPr>
              <a:xfrm>
                <a:off x="3545925" y="4334135"/>
                <a:ext cx="2542812" cy="550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ℐ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𝓊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AC8B0EC0-9783-C4FA-41C9-E4FC8E80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925" y="4334135"/>
                <a:ext cx="2542812" cy="550920"/>
              </a:xfrm>
              <a:prstGeom prst="rect">
                <a:avLst/>
              </a:prstGeom>
              <a:blipFill>
                <a:blip r:embed="rId41"/>
                <a:stretch>
                  <a:fillRect l="-959" t="-138889" b="-19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2B276A37-F738-4BC8-0254-0042AD406E3B}"/>
                  </a:ext>
                </a:extLst>
              </p:cNvPr>
              <p:cNvSpPr txBox="1"/>
              <p:nvPr/>
            </p:nvSpPr>
            <p:spPr>
              <a:xfrm>
                <a:off x="3410023" y="3734093"/>
                <a:ext cx="2814617" cy="550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ℐ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2B276A37-F738-4BC8-0254-0042AD406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3" y="3734093"/>
                <a:ext cx="2814617" cy="550920"/>
              </a:xfrm>
              <a:prstGeom prst="rect">
                <a:avLst/>
              </a:prstGeom>
              <a:blipFill>
                <a:blip r:embed="rId42"/>
                <a:stretch>
                  <a:fillRect l="-866" t="-138889" b="-19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768B5097-1103-95FC-E0A1-79C3F30F669E}"/>
                  </a:ext>
                </a:extLst>
              </p:cNvPr>
              <p:cNvSpPr txBox="1"/>
              <p:nvPr/>
            </p:nvSpPr>
            <p:spPr>
              <a:xfrm>
                <a:off x="6641592" y="1762083"/>
                <a:ext cx="1734257" cy="550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𝒸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768B5097-1103-95FC-E0A1-79C3F30F6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592" y="1762083"/>
                <a:ext cx="1734257" cy="550920"/>
              </a:xfrm>
              <a:prstGeom prst="rect">
                <a:avLst/>
              </a:prstGeom>
              <a:blipFill>
                <a:blip r:embed="rId43"/>
                <a:stretch>
                  <a:fillRect l="-1761" t="-137778" r="-30986" b="-19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TextBox 242">
            <a:extLst>
              <a:ext uri="{FF2B5EF4-FFF2-40B4-BE49-F238E27FC236}">
                <a16:creationId xmlns:a16="http://schemas.microsoft.com/office/drawing/2014/main" id="{689B2985-6AF1-3849-838E-86E54F13FABA}"/>
              </a:ext>
            </a:extLst>
          </p:cNvPr>
          <p:cNvSpPr txBox="1"/>
          <p:nvPr/>
        </p:nvSpPr>
        <p:spPr>
          <a:xfrm>
            <a:off x="4310423" y="1159634"/>
            <a:ext cx="1013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loss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86722EF-49D7-03D3-EA6A-F685AE6621EF}"/>
              </a:ext>
            </a:extLst>
          </p:cNvPr>
          <p:cNvSpPr txBox="1"/>
          <p:nvPr/>
        </p:nvSpPr>
        <p:spPr>
          <a:xfrm>
            <a:off x="3965942" y="3217604"/>
            <a:ext cx="1702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loss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9CECFBE-7C87-9DB2-804E-13ACC71883EB}"/>
              </a:ext>
            </a:extLst>
          </p:cNvPr>
          <p:cNvSpPr txBox="1"/>
          <p:nvPr/>
        </p:nvSpPr>
        <p:spPr>
          <a:xfrm>
            <a:off x="6912196" y="1188078"/>
            <a:ext cx="119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loss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04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227" grpId="0" animBg="1"/>
      <p:bldP spid="233" grpId="0"/>
      <p:bldP spid="235" grpId="0"/>
      <p:bldP spid="237" grpId="0"/>
      <p:bldP spid="239" grpId="0"/>
      <p:bldP spid="241" grpId="0"/>
      <p:bldP spid="243" grpId="0"/>
      <p:bldP spid="245" grpId="0"/>
      <p:bldP spid="2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E4A37-A81F-E5A1-D856-247D67AC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A952-61A2-ACAC-E6AC-37692D76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Williams-Enriched KMINN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56375CD-DC0B-A8B5-38DB-053F6A46F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7000" y="3951857"/>
            <a:ext cx="4824000" cy="1961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261EB3-9258-FF07-8D6A-3F52B164B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118" y="1295400"/>
            <a:ext cx="4812000" cy="27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6D6DB9-AF45-C53C-67AC-D5160AE9979C}"/>
              </a:ext>
            </a:extLst>
          </p:cNvPr>
          <p:cNvSpPr txBox="1"/>
          <p:nvPr/>
        </p:nvSpPr>
        <p:spPr>
          <a:xfrm>
            <a:off x="8122547" y="933660"/>
            <a:ext cx="250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propagation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85ED00-F6FD-7BBE-8A81-5EB9AC8E8099}"/>
              </a:ext>
            </a:extLst>
          </p:cNvPr>
          <p:cNvGrpSpPr/>
          <p:nvPr/>
        </p:nvGrpSpPr>
        <p:grpSpPr>
          <a:xfrm>
            <a:off x="3505200" y="933660"/>
            <a:ext cx="4320002" cy="4986949"/>
            <a:chOff x="440557" y="926068"/>
            <a:chExt cx="4320002" cy="49869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357EEC3-E99C-A219-39DE-91D977F05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0559" y="1414760"/>
              <a:ext cx="4320000" cy="449825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791497-CC43-56E9-3640-48FA3185357B}"/>
                </a:ext>
              </a:extLst>
            </p:cNvPr>
            <p:cNvSpPr txBox="1"/>
            <p:nvPr/>
          </p:nvSpPr>
          <p:spPr>
            <a:xfrm>
              <a:off x="1814328" y="926068"/>
              <a:ext cx="1572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Static crack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hteck 25">
              <a:extLst>
                <a:ext uri="{FF2B5EF4-FFF2-40B4-BE49-F238E27FC236}">
                  <a16:creationId xmlns:a16="http://schemas.microsoft.com/office/drawing/2014/main" id="{20FCBD43-82DA-96F9-3D33-7C3D3DB0AE62}"/>
                </a:ext>
              </a:extLst>
            </p:cNvPr>
            <p:cNvSpPr/>
            <p:nvPr/>
          </p:nvSpPr>
          <p:spPr>
            <a:xfrm>
              <a:off x="440558" y="944983"/>
              <a:ext cx="4319999" cy="4968034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Gerader Verbinder 27">
              <a:extLst>
                <a:ext uri="{FF2B5EF4-FFF2-40B4-BE49-F238E27FC236}">
                  <a16:creationId xmlns:a16="http://schemas.microsoft.com/office/drawing/2014/main" id="{B5450DC4-766E-4910-B2D8-8E037846AE2D}"/>
                </a:ext>
              </a:extLst>
            </p:cNvPr>
            <p:cNvCxnSpPr>
              <a:cxnSpLocks/>
            </p:cNvCxnSpPr>
            <p:nvPr/>
          </p:nvCxnSpPr>
          <p:spPr>
            <a:xfrm>
              <a:off x="440557" y="1295400"/>
              <a:ext cx="432000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1" name="Rechteck 25">
            <a:extLst>
              <a:ext uri="{FF2B5EF4-FFF2-40B4-BE49-F238E27FC236}">
                <a16:creationId xmlns:a16="http://schemas.microsoft.com/office/drawing/2014/main" id="{69009FAF-FEA0-4D68-7228-C73A99F92C63}"/>
              </a:ext>
            </a:extLst>
          </p:cNvPr>
          <p:cNvSpPr/>
          <p:nvPr/>
        </p:nvSpPr>
        <p:spPr>
          <a:xfrm>
            <a:off x="6832345" y="944983"/>
            <a:ext cx="4978655" cy="4968034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Gerader Verbinder 27">
            <a:extLst>
              <a:ext uri="{FF2B5EF4-FFF2-40B4-BE49-F238E27FC236}">
                <a16:creationId xmlns:a16="http://schemas.microsoft.com/office/drawing/2014/main" id="{FE81274E-33A5-ADC6-65D1-9721089AEA76}"/>
              </a:ext>
            </a:extLst>
          </p:cNvPr>
          <p:cNvCxnSpPr>
            <a:cxnSpLocks/>
          </p:cNvCxnSpPr>
          <p:nvPr/>
        </p:nvCxnSpPr>
        <p:spPr>
          <a:xfrm>
            <a:off x="6854118" y="1310583"/>
            <a:ext cx="4912785" cy="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pb">
            <a:extLst>
              <a:ext uri="{FF2B5EF4-FFF2-40B4-BE49-F238E27FC236}">
                <a16:creationId xmlns:a16="http://schemas.microsoft.com/office/drawing/2014/main" id="{717811BA-C6AB-9655-CD5B-EFE3B2B8471F}"/>
              </a:ext>
            </a:extLst>
          </p:cNvPr>
          <p:cNvSpPr/>
          <p:nvPr/>
        </p:nvSpPr>
        <p:spPr>
          <a:xfrm>
            <a:off x="5026421" y="1819815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B8D698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pb">
                <a:extLst>
                  <a:ext uri="{FF2B5EF4-FFF2-40B4-BE49-F238E27FC236}">
                    <a16:creationId xmlns:a16="http://schemas.microsoft.com/office/drawing/2014/main" id="{B5B1FE9C-D7CE-4343-324A-1071F3B896C8}"/>
                  </a:ext>
                </a:extLst>
              </p:cNvPr>
              <p:cNvSpPr/>
              <p:nvPr/>
            </p:nvSpPr>
            <p:spPr>
              <a:xfrm>
                <a:off x="5026421" y="2894430"/>
                <a:ext cx="1625600" cy="355600"/>
              </a:xfrm>
              <a:prstGeom prst="roundRect">
                <a:avLst>
                  <a:gd name="adj" fmla="val 16000"/>
                </a:avLst>
              </a:prstGeom>
              <a:solidFill>
                <a:srgbClr val="B8D698"/>
              </a:solidFill>
              <a:ln w="19050">
                <a:solidFill>
                  <a:srgbClr val="C0392B"/>
                </a:solidFill>
              </a:ln>
            </p:spPr>
            <p:txBody>
              <a:bodyPr lIns="18000" tIns="9000" rIns="18000" bIns="900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altLang="zh-CN" sz="12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sz="1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zh-CN" altLang="en-US" sz="1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sub>
                          </m:sSub>
                          <m:r>
                            <a:rPr lang="en-US" altLang="zh-CN" sz="1200" b="1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sSub>
                            <m:sSubPr>
                              <m:ctrlPr>
                                <a:rPr lang="zh-CN" altLang="en-US" sz="1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zh-CN" altLang="en-US" sz="1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𝑰𝑰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US" sz="1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pb">
                <a:extLst>
                  <a:ext uri="{FF2B5EF4-FFF2-40B4-BE49-F238E27FC236}">
                    <a16:creationId xmlns:a16="http://schemas.microsoft.com/office/drawing/2014/main" id="{B5B1FE9C-D7CE-4343-324A-1071F3B896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421" y="2894430"/>
                <a:ext cx="1625600" cy="355600"/>
              </a:xfrm>
              <a:prstGeom prst="roundRect">
                <a:avLst>
                  <a:gd name="adj" fmla="val 16000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C0392B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pb">
                <a:extLst>
                  <a:ext uri="{FF2B5EF4-FFF2-40B4-BE49-F238E27FC236}">
                    <a16:creationId xmlns:a16="http://schemas.microsoft.com/office/drawing/2014/main" id="{2F37264D-8A90-73C2-B48E-0206583092B6}"/>
                  </a:ext>
                </a:extLst>
              </p:cNvPr>
              <p:cNvSpPr/>
              <p:nvPr/>
            </p:nvSpPr>
            <p:spPr>
              <a:xfrm>
                <a:off x="5026421" y="5092204"/>
                <a:ext cx="1625600" cy="355600"/>
              </a:xfrm>
              <a:prstGeom prst="roundRect">
                <a:avLst>
                  <a:gd name="adj" fmla="val 16000"/>
                </a:avLst>
              </a:prstGeom>
              <a:solidFill>
                <a:srgbClr val="B8D698"/>
              </a:solidFill>
              <a:ln w="19050">
                <a:solidFill>
                  <a:srgbClr val="C0392B"/>
                </a:solidFill>
              </a:ln>
            </p:spPr>
            <p:txBody>
              <a:bodyPr lIns="18000" tIns="9000" rIns="18000" bIns="9000" rtlCol="0" anchor="ctr">
                <a:norm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Crack angle 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en-US" altLang="zh-CN" sz="1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en-US" altLang="zh-CN" sz="1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eqArr>
                  </m:oMath>
                </a14:m>
                <a:endParaRPr lang="en-US" sz="1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pb">
                <a:extLst>
                  <a:ext uri="{FF2B5EF4-FFF2-40B4-BE49-F238E27FC236}">
                    <a16:creationId xmlns:a16="http://schemas.microsoft.com/office/drawing/2014/main" id="{2F37264D-8A90-73C2-B48E-0206583092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421" y="5092204"/>
                <a:ext cx="1625600" cy="355600"/>
              </a:xfrm>
              <a:prstGeom prst="roundRect">
                <a:avLst>
                  <a:gd name="adj" fmla="val 16000"/>
                </a:avLst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C0392B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pb">
            <a:extLst>
              <a:ext uri="{FF2B5EF4-FFF2-40B4-BE49-F238E27FC236}">
                <a16:creationId xmlns:a16="http://schemas.microsoft.com/office/drawing/2014/main" id="{A23E6C0B-641D-C587-97F4-67588FA4C00B}"/>
              </a:ext>
            </a:extLst>
          </p:cNvPr>
          <p:cNvSpPr/>
          <p:nvPr/>
        </p:nvSpPr>
        <p:spPr>
          <a:xfrm>
            <a:off x="5026421" y="4002578"/>
            <a:ext cx="1625600" cy="355600"/>
          </a:xfrm>
          <a:prstGeom prst="roundRect">
            <a:avLst>
              <a:gd name="adj" fmla="val 16000"/>
            </a:avLst>
          </a:prstGeom>
          <a:solidFill>
            <a:srgbClr val="B8D698"/>
          </a:solidFill>
          <a:ln w="19050">
            <a:solidFill>
              <a:srgbClr val="C0392B"/>
            </a:solidFill>
          </a:ln>
        </p:spPr>
        <p:txBody>
          <a:bodyPr lIns="18000" tIns="9000" rIns="18000" bIns="9000" rtlCol="0" anchor="ctr">
            <a:normAutofit/>
          </a:bodyPr>
          <a:lstStyle/>
          <a:p>
            <a:pPr algn="ctr"/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 criterion</a:t>
            </a:r>
            <a:endParaRPr 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17BBC94-3946-7873-AEA6-7CA543F55973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>
            <a:off x="5839221" y="2175415"/>
            <a:ext cx="0" cy="719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7FEBB3-713E-376A-6B74-146F132A4497}"/>
              </a:ext>
            </a:extLst>
          </p:cNvPr>
          <p:cNvCxnSpPr>
            <a:cxnSpLocks/>
            <a:stCxn id="35" idx="2"/>
            <a:endCxn id="41" idx="0"/>
          </p:cNvCxnSpPr>
          <p:nvPr/>
        </p:nvCxnSpPr>
        <p:spPr>
          <a:xfrm>
            <a:off x="5839221" y="3250030"/>
            <a:ext cx="0" cy="752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7812BA-2730-1635-8053-E0034DCF9773}"/>
              </a:ext>
            </a:extLst>
          </p:cNvPr>
          <p:cNvCxnSpPr>
            <a:cxnSpLocks/>
            <a:stCxn id="41" idx="2"/>
            <a:endCxn id="37" idx="0"/>
          </p:cNvCxnSpPr>
          <p:nvPr/>
        </p:nvCxnSpPr>
        <p:spPr>
          <a:xfrm>
            <a:off x="5839221" y="4358178"/>
            <a:ext cx="0" cy="734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5010C06-C02D-B9B9-825E-97EDF68EE54B}"/>
              </a:ext>
            </a:extLst>
          </p:cNvPr>
          <p:cNvSpPr txBox="1"/>
          <p:nvPr/>
        </p:nvSpPr>
        <p:spPr>
          <a:xfrm>
            <a:off x="5199787" y="4583753"/>
            <a:ext cx="12929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MTS · MERR · PLS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03A7A6D-33AA-22F2-5B94-DC4AB39EAD06}"/>
              </a:ext>
            </a:extLst>
          </p:cNvPr>
          <p:cNvSpPr txBox="1"/>
          <p:nvPr/>
        </p:nvSpPr>
        <p:spPr>
          <a:xfrm>
            <a:off x="5153505" y="2391198"/>
            <a:ext cx="12858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/>
            <a:r>
              <a:rPr lang="en-US" altLang="zh-CN" sz="10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interaction-integral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34ACB1-823A-A934-3657-D70E69CB2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71" y="944983"/>
            <a:ext cx="2335901" cy="47239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420F07-CCD8-2ED1-698C-9B20C7584CB2}"/>
              </a:ext>
            </a:extLst>
          </p:cNvPr>
          <p:cNvSpPr txBox="1"/>
          <p:nvPr/>
        </p:nvSpPr>
        <p:spPr>
          <a:xfrm>
            <a:off x="609600" y="5497641"/>
            <a:ext cx="2837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Crack Tension (CCT)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65A9CA-7F78-C61B-550E-5A1D52945470}"/>
                  </a:ext>
                </a:extLst>
              </p:cNvPr>
              <p:cNvSpPr txBox="1"/>
              <p:nvPr/>
            </p:nvSpPr>
            <p:spPr>
              <a:xfrm>
                <a:off x="7825200" y="1613164"/>
                <a:ext cx="4180616" cy="597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∮"/>
                              <m:limLoc m:val="subSup"/>
                              <m:supHide m:val="on"/>
                              <m:ctrl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  <m:r>
                                        <a:rPr lang="zh-CN" altLang="en-US" sz="1600" b="0" i="0">
                                          <a:latin typeface="Cambria Math" panose="02040503050406030204" pitchFamily="18" charset="0"/>
                                        </a:rPr>
                                        <m:t>: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𝑎𝑢𝑥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zh-CN" altLang="en-US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zh-CN" altLang="en-US" sz="16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zh-CN" altLang="en-US" sz="16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600" b="1" i="0"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  <m:r>
                                    <a:rPr lang="zh-CN" altLang="en-US" sz="1600" b="0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Sup>
                                    <m:sSubSupPr>
                                      <m:ctrlPr>
                                        <a:rPr lang="zh-CN" altLang="en-US" sz="1600" b="1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1600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  <m:sub>
                                      <m:r>
                                        <a:rPr lang="zh-CN" altLang="en-US" sz="1600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6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zh-CN" altLang="en-US" sz="1600" b="0" i="1">
                                          <a:latin typeface="Cambria Math" panose="02040503050406030204" pitchFamily="18" charset="0"/>
                                        </a:rPr>
                                        <m:t>𝑎𝑢𝑥</m:t>
                                      </m:r>
                                    </m:sup>
                                  </m:sSubSup>
                                  <m:r>
                                    <a:rPr lang="zh-CN" altLang="en-US" sz="16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1600" b="1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600" b="1" i="0">
                                          <a:latin typeface="Cambria Math" panose="02040503050406030204" pitchFamily="18" charset="0"/>
                                        </a:rPr>
                                        <m:t>𝐭</m:t>
                                      </m:r>
                                    </m:e>
                                    <m:sup>
                                      <m:r>
                                        <a:rPr lang="zh-CN" altLang="en-US" sz="1600" b="0" i="1">
                                          <a:latin typeface="Cambria Math" panose="02040503050406030204" pitchFamily="18" charset="0"/>
                                        </a:rPr>
                                        <m:t>𝑎𝑢𝑥</m:t>
                                      </m:r>
                                    </m:sup>
                                  </m:sSup>
                                  <m:r>
                                    <a:rPr lang="zh-CN" altLang="en-US" sz="1600" b="0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zh-CN" altLang="en-US" sz="1600" b="1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  <m:sub>
                                      <m:r>
                                        <a:rPr lang="zh-CN" altLang="en-US" sz="1600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6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zh-CN" altLang="en-US" sz="1600" b="0" i="1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eqAr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65A9CA-7F78-C61B-550E-5A1D5294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200" y="1613164"/>
                <a:ext cx="4180616" cy="5974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625252-3910-D130-FF7E-0884C3A9A7DA}"/>
                  </a:ext>
                </a:extLst>
              </p:cNvPr>
              <p:cNvSpPr txBox="1"/>
              <p:nvPr/>
            </p:nvSpPr>
            <p:spPr>
              <a:xfrm>
                <a:off x="6868138" y="2125570"/>
                <a:ext cx="6094740" cy="681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𝑎𝑢𝑥</m:t>
                                  </m:r>
                                </m:sup>
                              </m:sSubSup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𝐼𝐼</m:t>
                                  </m:r>
                                </m:sub>
                                <m:sup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𝑎𝑢𝑥</m:t>
                                  </m:r>
                                </m:sup>
                              </m:sSubSup>
                            </m:e>
                          </m:d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1,0</m:t>
                              </m:r>
                            </m:e>
                          </m:d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⇒</m:t>
                          </m:r>
                          <m:borderBox>
                            <m:borderBox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borderBox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6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num>
                                <m:den>
                                  <m:r>
                                    <a:rPr lang="zh-CN" alt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borderBox>
                        </m:e>
                      </m:eqAr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625252-3910-D130-FF7E-0884C3A9A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138" y="2125570"/>
                <a:ext cx="6094740" cy="6812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A7613F-A4DB-A395-22CC-FAC841A2BE9E}"/>
                  </a:ext>
                </a:extLst>
              </p:cNvPr>
              <p:cNvSpPr txBox="1"/>
              <p:nvPr/>
            </p:nvSpPr>
            <p:spPr>
              <a:xfrm>
                <a:off x="6716998" y="2721718"/>
                <a:ext cx="6397020" cy="681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𝑎𝑢𝑥</m:t>
                                  </m:r>
                                </m:sup>
                              </m:sSubSup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𝐼𝐼</m:t>
                                  </m:r>
                                </m:sub>
                                <m:sup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𝑎𝑢𝑥</m:t>
                                  </m:r>
                                </m:sup>
                              </m:sSubSup>
                            </m:e>
                          </m:d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⇒</m:t>
                          </m:r>
                          <m:borderBox>
                            <m:borderBox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borderBox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𝐼𝐼</m:t>
                                  </m:r>
                                </m:sub>
                              </m:sSub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6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num>
                                <m:den>
                                  <m:r>
                                    <a:rPr lang="zh-CN" alt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𝐼𝐼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borderBox>
                        </m:e>
                      </m:eqAr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A7613F-A4DB-A395-22CC-FAC841A2B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998" y="2721718"/>
                <a:ext cx="6397020" cy="6812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B198026-E35A-0B44-AAFD-183661907CE0}"/>
              </a:ext>
            </a:extLst>
          </p:cNvPr>
          <p:cNvSpPr txBox="1"/>
          <p:nvPr/>
        </p:nvSpPr>
        <p:spPr>
          <a:xfrm>
            <a:off x="9710955" y="3642839"/>
            <a:ext cx="19969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interaction integral extracts individual Mode-I and Mode-II SIFs using analytically known auxiliary fields.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EA3249C-5C47-B20B-71D1-BD476EBCF0F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469" y="3761823"/>
            <a:ext cx="1626566" cy="162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7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-0.25 1.48148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 animBg="1"/>
      <p:bldP spid="33" grpId="0" animBg="1"/>
      <p:bldP spid="35" grpId="0" animBg="1"/>
      <p:bldP spid="37" grpId="0" animBg="1"/>
      <p:bldP spid="41" grpId="0" animBg="1"/>
      <p:bldP spid="228" grpId="0"/>
      <p:bldP spid="230" grpId="0"/>
      <p:bldP spid="11" grpId="0"/>
      <p:bldP spid="13" grpId="0"/>
      <p:bldP spid="13" grpId="1"/>
      <p:bldP spid="16" grpId="0"/>
      <p:bldP spid="16" grpId="1"/>
      <p:bldP spid="18" grpId="0"/>
      <p:bldP spid="18" grpId="1"/>
      <p:bldP spid="24" grpId="0"/>
      <p:bldP spid="2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987CA-1DD6-00A8-D4FF-C27641BD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823F-ACFF-CA8E-932B-40096635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Limitation of Residual-based Method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9E52CB-B5F8-FBE8-0C8B-6937F9CBAC3C}"/>
                  </a:ext>
                </a:extLst>
              </p:cNvPr>
              <p:cNvSpPr txBox="1"/>
              <p:nvPr/>
            </p:nvSpPr>
            <p:spPr>
              <a:xfrm>
                <a:off x="999539" y="1744148"/>
                <a:ext cx="351782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𝒩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𝒸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9E52CB-B5F8-FBE8-0C8B-6937F9CBA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39" y="1744148"/>
                <a:ext cx="3517822" cy="307777"/>
              </a:xfrm>
              <a:prstGeom prst="rect">
                <a:avLst/>
              </a:prstGeom>
              <a:blipFill>
                <a:blip r:embed="rId3"/>
                <a:stretch>
                  <a:fillRect l="-1906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58D0225-0A0F-0B24-F685-E0760A685F9C}"/>
              </a:ext>
            </a:extLst>
          </p:cNvPr>
          <p:cNvSpPr txBox="1"/>
          <p:nvPr/>
        </p:nvSpPr>
        <p:spPr>
          <a:xfrm>
            <a:off x="1125762" y="1038152"/>
            <a:ext cx="3601723" cy="4616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Residual-based KMINN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0" name="ln"/>
          <p:cNvCxnSpPr>
            <a:cxnSpLocks/>
          </p:cNvCxnSpPr>
          <p:nvPr/>
        </p:nvCxnSpPr>
        <p:spPr>
          <a:xfrm>
            <a:off x="1132850" y="2527300"/>
            <a:ext cx="1524000" cy="0"/>
          </a:xfrm>
          <a:prstGeom prst="straightConnector1">
            <a:avLst/>
          </a:prstGeom>
          <a:ln w="25400" cap="flat">
            <a:solidFill>
              <a:srgbClr val="E8722A"/>
            </a:solidFill>
            <a:prstDash val="sysDash"/>
          </a:ln>
        </p:spPr>
      </p:cxnSp>
      <p:cxnSp>
        <p:nvCxnSpPr>
          <p:cNvPr id="601" name="ln"/>
          <p:cNvCxnSpPr>
            <a:cxnSpLocks/>
          </p:cNvCxnSpPr>
          <p:nvPr/>
        </p:nvCxnSpPr>
        <p:spPr>
          <a:xfrm>
            <a:off x="1132850" y="5575300"/>
            <a:ext cx="1524000" cy="0"/>
          </a:xfrm>
          <a:prstGeom prst="straightConnector1">
            <a:avLst/>
          </a:prstGeom>
          <a:ln w="28575" cap="flat">
            <a:solidFill>
              <a:srgbClr val="00549F"/>
            </a:solidFill>
          </a:ln>
        </p:spPr>
      </p:cxnSp>
      <p:cxnSp>
        <p:nvCxnSpPr>
          <p:cNvPr id="602" name="ln"/>
          <p:cNvCxnSpPr>
            <a:cxnSpLocks/>
          </p:cNvCxnSpPr>
          <p:nvPr/>
        </p:nvCxnSpPr>
        <p:spPr>
          <a:xfrm>
            <a:off x="1132850" y="2527300"/>
            <a:ext cx="0" cy="3048000"/>
          </a:xfrm>
          <a:prstGeom prst="straightConnector1">
            <a:avLst/>
          </a:prstGeom>
          <a:ln w="25400" cap="flat">
            <a:solidFill>
              <a:srgbClr val="E8722A"/>
            </a:solidFill>
            <a:prstDash val="sysDash"/>
          </a:ln>
        </p:spPr>
      </p:cxnSp>
      <p:cxnSp>
        <p:nvCxnSpPr>
          <p:cNvPr id="603" name="ln"/>
          <p:cNvCxnSpPr>
            <a:cxnSpLocks/>
          </p:cNvCxnSpPr>
          <p:nvPr/>
        </p:nvCxnSpPr>
        <p:spPr>
          <a:xfrm>
            <a:off x="2656850" y="2527300"/>
            <a:ext cx="0" cy="3048000"/>
          </a:xfrm>
          <a:prstGeom prst="straightConnector1">
            <a:avLst/>
          </a:prstGeom>
          <a:ln w="25400" cap="flat">
            <a:solidFill>
              <a:srgbClr val="E8722A"/>
            </a:solidFill>
            <a:prstDash val="sysDash"/>
          </a:ln>
        </p:spPr>
      </p:cxnSp>
      <p:cxnSp>
        <p:nvCxnSpPr>
          <p:cNvPr id="604" name="ln"/>
          <p:cNvCxnSpPr>
            <a:cxnSpLocks/>
          </p:cNvCxnSpPr>
          <p:nvPr/>
        </p:nvCxnSpPr>
        <p:spPr>
          <a:xfrm>
            <a:off x="1132850" y="4051300"/>
            <a:ext cx="444500" cy="0"/>
          </a:xfrm>
          <a:prstGeom prst="straightConnector1">
            <a:avLst/>
          </a:prstGeom>
          <a:ln w="25400" cap="flat">
            <a:solidFill>
              <a:srgbClr val="2E8B57"/>
            </a:solidFill>
            <a:prstDash val="dashDot"/>
          </a:ln>
        </p:spPr>
      </p:cxnSp>
      <p:cxnSp>
        <p:nvCxnSpPr>
          <p:cNvPr id="605" name="ln"/>
          <p:cNvCxnSpPr>
            <a:cxnSpLocks/>
          </p:cNvCxnSpPr>
          <p:nvPr/>
        </p:nvCxnSpPr>
        <p:spPr>
          <a:xfrm>
            <a:off x="2212350" y="4051300"/>
            <a:ext cx="444500" cy="0"/>
          </a:xfrm>
          <a:prstGeom prst="straightConnector1">
            <a:avLst/>
          </a:prstGeom>
          <a:ln w="25400" cap="flat">
            <a:solidFill>
              <a:srgbClr val="2E8B57"/>
            </a:solidFill>
            <a:prstDash val="dashDot"/>
          </a:ln>
        </p:spPr>
      </p:cxnSp>
      <p:cxnSp>
        <p:nvCxnSpPr>
          <p:cNvPr id="606" name="ln"/>
          <p:cNvCxnSpPr>
            <a:cxnSpLocks/>
          </p:cNvCxnSpPr>
          <p:nvPr/>
        </p:nvCxnSpPr>
        <p:spPr>
          <a:xfrm>
            <a:off x="1577350" y="4025900"/>
            <a:ext cx="635000" cy="0"/>
          </a:xfrm>
          <a:prstGeom prst="straightConnector1">
            <a:avLst/>
          </a:prstGeom>
          <a:ln w="19050" cap="flat">
            <a:solidFill>
              <a:srgbClr val="E30066"/>
            </a:solidFill>
          </a:ln>
        </p:spPr>
      </p:cxnSp>
      <p:cxnSp>
        <p:nvCxnSpPr>
          <p:cNvPr id="607" name="ln"/>
          <p:cNvCxnSpPr>
            <a:cxnSpLocks/>
          </p:cNvCxnSpPr>
          <p:nvPr/>
        </p:nvCxnSpPr>
        <p:spPr>
          <a:xfrm>
            <a:off x="1577350" y="4076700"/>
            <a:ext cx="635000" cy="0"/>
          </a:xfrm>
          <a:prstGeom prst="straightConnector1">
            <a:avLst/>
          </a:prstGeom>
          <a:ln w="19050" cap="flat">
            <a:solidFill>
              <a:srgbClr val="E30066"/>
            </a:solidFill>
          </a:ln>
        </p:spPr>
      </p:cxnSp>
      <p:sp>
        <p:nvSpPr>
          <p:cNvPr id="608" name="d"/>
          <p:cNvSpPr/>
          <p:nvPr/>
        </p:nvSpPr>
        <p:spPr>
          <a:xfrm>
            <a:off x="1539250" y="4013200"/>
            <a:ext cx="76200" cy="76200"/>
          </a:xfrm>
          <a:prstGeom prst="ellipse">
            <a:avLst/>
          </a:prstGeom>
          <a:solidFill>
            <a:srgbClr val="7A1027"/>
          </a:solidFill>
          <a:ln>
            <a:solidFill>
              <a:srgbClr val="E30066"/>
            </a:solidFill>
          </a:ln>
        </p:spPr>
        <p:txBody>
          <a:bodyPr/>
          <a:lstStyle/>
          <a:p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9" name="d"/>
          <p:cNvSpPr/>
          <p:nvPr/>
        </p:nvSpPr>
        <p:spPr>
          <a:xfrm>
            <a:off x="2174250" y="4013200"/>
            <a:ext cx="76200" cy="76200"/>
          </a:xfrm>
          <a:prstGeom prst="ellipse">
            <a:avLst/>
          </a:prstGeom>
          <a:solidFill>
            <a:srgbClr val="7A1027"/>
          </a:solidFill>
          <a:ln>
            <a:solidFill>
              <a:srgbClr val="E30066"/>
            </a:solidFill>
          </a:ln>
        </p:spPr>
        <p:txBody>
          <a:bodyPr/>
          <a:lstStyle/>
          <a:p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0" name="t"/>
          <p:cNvSpPr/>
          <p:nvPr/>
        </p:nvSpPr>
        <p:spPr>
          <a:xfrm>
            <a:off x="1513850" y="295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400" i="1" baseline="-25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11" name="t"/>
          <p:cNvSpPr/>
          <p:nvPr/>
        </p:nvSpPr>
        <p:spPr>
          <a:xfrm>
            <a:off x="1513850" y="4787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400" i="1" baseline="-25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12" name="t"/>
          <p:cNvSpPr/>
          <p:nvPr/>
        </p:nvSpPr>
        <p:spPr>
          <a:xfrm>
            <a:off x="1386850" y="2235200"/>
            <a:ext cx="10160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E872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>
                <a:solidFill>
                  <a:srgbClr val="E872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613" name="t"/>
          <p:cNvSpPr/>
          <p:nvPr/>
        </p:nvSpPr>
        <p:spPr>
          <a:xfrm>
            <a:off x="1386850" y="5638800"/>
            <a:ext cx="10160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614" name="t"/>
          <p:cNvSpPr/>
          <p:nvPr/>
        </p:nvSpPr>
        <p:spPr>
          <a:xfrm>
            <a:off x="370850" y="3949700"/>
            <a:ext cx="6858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/>
            <a:r>
              <a:rPr lang="en-US" sz="1400" i="1" dirty="0">
                <a:solidFill>
                  <a:srgbClr val="2E8B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>
                <a:solidFill>
                  <a:srgbClr val="2E8B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615" name="t"/>
          <p:cNvSpPr/>
          <p:nvPr/>
        </p:nvSpPr>
        <p:spPr>
          <a:xfrm>
            <a:off x="1551950" y="37465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E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>
                <a:solidFill>
                  <a:srgbClr val="E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cxnSp>
        <p:nvCxnSpPr>
          <p:cNvPr id="616" name="ln"/>
          <p:cNvCxnSpPr>
            <a:cxnSpLocks/>
          </p:cNvCxnSpPr>
          <p:nvPr/>
        </p:nvCxnSpPr>
        <p:spPr>
          <a:xfrm flipV="1">
            <a:off x="1082050" y="4089400"/>
            <a:ext cx="495300" cy="342900"/>
          </a:xfrm>
          <a:prstGeom prst="straightConnector1">
            <a:avLst/>
          </a:prstGeom>
          <a:ln w="9525" cap="flat">
            <a:solidFill>
              <a:srgbClr val="595959"/>
            </a:solidFill>
          </a:ln>
        </p:spPr>
      </p:cxnSp>
      <p:sp>
        <p:nvSpPr>
          <p:cNvPr id="617" name="t"/>
          <p:cNvSpPr/>
          <p:nvPr/>
        </p:nvSpPr>
        <p:spPr>
          <a:xfrm>
            <a:off x="304800" y="4330700"/>
            <a:ext cx="71120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tip</a:t>
            </a:r>
          </a:p>
        </p:txBody>
      </p:sp>
      <p:cxnSp>
        <p:nvCxnSpPr>
          <p:cNvPr id="618" name="ln"/>
          <p:cNvCxnSpPr>
            <a:cxnSpLocks/>
          </p:cNvCxnSpPr>
          <p:nvPr/>
        </p:nvCxnSpPr>
        <p:spPr>
          <a:xfrm>
            <a:off x="2212350" y="4089400"/>
            <a:ext cx="520700" cy="368300"/>
          </a:xfrm>
          <a:prstGeom prst="straightConnector1">
            <a:avLst/>
          </a:prstGeom>
          <a:ln w="9525" cap="flat">
            <a:solidFill>
              <a:srgbClr val="595959"/>
            </a:solidFill>
          </a:ln>
        </p:spPr>
      </p:cxnSp>
      <p:sp>
        <p:nvSpPr>
          <p:cNvPr id="619" name="t"/>
          <p:cNvSpPr/>
          <p:nvPr/>
        </p:nvSpPr>
        <p:spPr>
          <a:xfrm>
            <a:off x="2794000" y="4356100"/>
            <a:ext cx="71120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tip</a:t>
            </a:r>
          </a:p>
        </p:txBody>
      </p:sp>
      <p:sp>
        <p:nvSpPr>
          <p:cNvPr id="620" name="leg"/>
          <p:cNvSpPr/>
          <p:nvPr/>
        </p:nvSpPr>
        <p:spPr>
          <a:xfrm>
            <a:off x="3102639" y="2819400"/>
            <a:ext cx="1807238" cy="1155700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1" name="ln"/>
          <p:cNvCxnSpPr/>
          <p:nvPr/>
        </p:nvCxnSpPr>
        <p:spPr>
          <a:xfrm>
            <a:off x="3175000" y="3009605"/>
            <a:ext cx="304800" cy="0"/>
          </a:xfrm>
          <a:prstGeom prst="straightConnector1">
            <a:avLst/>
          </a:prstGeom>
          <a:ln w="28575" cap="flat">
            <a:solidFill>
              <a:srgbClr val="E8722A"/>
            </a:solidFill>
          </a:ln>
        </p:spPr>
      </p:cxnSp>
      <p:sp>
        <p:nvSpPr>
          <p:cNvPr id="622" name="t"/>
          <p:cNvSpPr/>
          <p:nvPr/>
        </p:nvSpPr>
        <p:spPr>
          <a:xfrm>
            <a:off x="3581400" y="2895305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en-US" sz="1400" i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Neumann BC</a:t>
            </a:r>
          </a:p>
        </p:txBody>
      </p:sp>
      <p:cxnSp>
        <p:nvCxnSpPr>
          <p:cNvPr id="623" name="ln"/>
          <p:cNvCxnSpPr/>
          <p:nvPr/>
        </p:nvCxnSpPr>
        <p:spPr>
          <a:xfrm>
            <a:off x="3175000" y="3289005"/>
            <a:ext cx="304800" cy="0"/>
          </a:xfrm>
          <a:prstGeom prst="straightConnector1">
            <a:avLst/>
          </a:prstGeom>
          <a:ln w="28575" cap="flat">
            <a:solidFill>
              <a:srgbClr val="00549F"/>
            </a:solidFill>
          </a:ln>
        </p:spPr>
      </p:cxnSp>
      <p:sp>
        <p:nvSpPr>
          <p:cNvPr id="624" name="t"/>
          <p:cNvSpPr/>
          <p:nvPr/>
        </p:nvSpPr>
        <p:spPr>
          <a:xfrm>
            <a:off x="3581400" y="3174705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en-US" sz="1400" i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Dirichlet BC</a:t>
            </a:r>
          </a:p>
        </p:txBody>
      </p:sp>
      <p:cxnSp>
        <p:nvCxnSpPr>
          <p:cNvPr id="625" name="ln"/>
          <p:cNvCxnSpPr/>
          <p:nvPr/>
        </p:nvCxnSpPr>
        <p:spPr>
          <a:xfrm>
            <a:off x="3175000" y="3568405"/>
            <a:ext cx="304800" cy="0"/>
          </a:xfrm>
          <a:prstGeom prst="straightConnector1">
            <a:avLst/>
          </a:prstGeom>
          <a:ln w="28575" cap="flat">
            <a:solidFill>
              <a:srgbClr val="2E8B57"/>
            </a:solidFill>
          </a:ln>
        </p:spPr>
      </p:cxnSp>
      <p:sp>
        <p:nvSpPr>
          <p:cNvPr id="626" name="t"/>
          <p:cNvSpPr/>
          <p:nvPr/>
        </p:nvSpPr>
        <p:spPr>
          <a:xfrm>
            <a:off x="3581400" y="3454105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en-US" sz="1400" i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Interface</a:t>
            </a:r>
          </a:p>
        </p:txBody>
      </p:sp>
      <p:cxnSp>
        <p:nvCxnSpPr>
          <p:cNvPr id="627" name="ln"/>
          <p:cNvCxnSpPr/>
          <p:nvPr/>
        </p:nvCxnSpPr>
        <p:spPr>
          <a:xfrm>
            <a:off x="3175000" y="3847805"/>
            <a:ext cx="304800" cy="0"/>
          </a:xfrm>
          <a:prstGeom prst="straightConnector1">
            <a:avLst/>
          </a:prstGeom>
          <a:ln w="28575" cap="flat">
            <a:solidFill>
              <a:srgbClr val="E30066"/>
            </a:solidFill>
          </a:ln>
        </p:spPr>
      </p:cxnSp>
      <p:sp>
        <p:nvSpPr>
          <p:cNvPr id="628" name="t"/>
          <p:cNvSpPr/>
          <p:nvPr/>
        </p:nvSpPr>
        <p:spPr>
          <a:xfrm>
            <a:off x="3581400" y="3733505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en-US" sz="1400" i="1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i="1" baseline="-2500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Crack surface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D4DC-CBEE-F8FD-8A42-46E9C81DE850}"/>
              </a:ext>
            </a:extLst>
          </p:cNvPr>
          <p:cNvSpPr txBox="1"/>
          <p:nvPr/>
        </p:nvSpPr>
        <p:spPr>
          <a:xfrm>
            <a:off x="2988030" y="5027441"/>
            <a:ext cx="2310418" cy="36933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tabLst>
                <a:tab pos="215900" algn="l"/>
              </a:tabLst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Multi-term objective</a:t>
            </a:r>
            <a:endParaRPr lang="zh-CN" altLang="en-US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528079-E2DD-1207-5C43-34D39BEFE966}"/>
              </a:ext>
            </a:extLst>
          </p:cNvPr>
          <p:cNvCxnSpPr/>
          <p:nvPr/>
        </p:nvCxnSpPr>
        <p:spPr>
          <a:xfrm>
            <a:off x="5867400" y="115127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D93B5C-08FC-820F-1BAF-5960CD679985}"/>
              </a:ext>
            </a:extLst>
          </p:cNvPr>
          <p:cNvSpPr txBox="1"/>
          <p:nvPr/>
        </p:nvSpPr>
        <p:spPr>
          <a:xfrm>
            <a:off x="7200889" y="1038151"/>
            <a:ext cx="3601723" cy="4616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is a problem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tr"/>
          <p:cNvSpPr/>
          <p:nvPr/>
        </p:nvSpPr>
        <p:spPr>
          <a:xfrm>
            <a:off x="6348913" y="2635344"/>
            <a:ext cx="126043" cy="105201"/>
          </a:xfrm>
          <a:prstGeom prst="triangl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04" name="c"/>
          <p:cNvCxnSpPr/>
          <p:nvPr/>
        </p:nvCxnSpPr>
        <p:spPr>
          <a:xfrm>
            <a:off x="6411934" y="2740546"/>
            <a:ext cx="0" cy="315604"/>
          </a:xfrm>
          <a:prstGeom prst="straightConnector1">
            <a:avLst/>
          </a:prstGeom>
          <a:ln w="19050" cap="rnd">
            <a:solidFill>
              <a:srgbClr val="1F4E79"/>
            </a:solidFill>
          </a:ln>
        </p:spPr>
      </p:cxnSp>
      <p:cxnSp>
        <p:nvCxnSpPr>
          <p:cNvPr id="705" name="c"/>
          <p:cNvCxnSpPr/>
          <p:nvPr/>
        </p:nvCxnSpPr>
        <p:spPr>
          <a:xfrm>
            <a:off x="6299896" y="3056150"/>
            <a:ext cx="224077" cy="0"/>
          </a:xfrm>
          <a:prstGeom prst="straightConnector1">
            <a:avLst/>
          </a:prstGeom>
          <a:ln w="19050" cap="rnd">
            <a:solidFill>
              <a:srgbClr val="1F4E79"/>
            </a:solidFill>
          </a:ln>
        </p:spPr>
      </p:cxnSp>
      <p:cxnSp>
        <p:nvCxnSpPr>
          <p:cNvPr id="706" name="c"/>
          <p:cNvCxnSpPr/>
          <p:nvPr/>
        </p:nvCxnSpPr>
        <p:spPr>
          <a:xfrm flipV="1">
            <a:off x="6131838" y="2586250"/>
            <a:ext cx="560192" cy="98188"/>
          </a:xfrm>
          <a:prstGeom prst="straightConnector1">
            <a:avLst/>
          </a:prstGeom>
          <a:ln w="22225" cap="rnd">
            <a:solidFill>
              <a:srgbClr val="1F4E79"/>
            </a:solidFill>
          </a:ln>
        </p:spPr>
      </p:cxnSp>
      <p:cxnSp>
        <p:nvCxnSpPr>
          <p:cNvPr id="707" name="c"/>
          <p:cNvCxnSpPr/>
          <p:nvPr/>
        </p:nvCxnSpPr>
        <p:spPr>
          <a:xfrm>
            <a:off x="6131838" y="2684438"/>
            <a:ext cx="0" cy="140269"/>
          </a:xfrm>
          <a:prstGeom prst="straightConnector1">
            <a:avLst/>
          </a:prstGeom>
          <a:ln w="12700" cap="rnd">
            <a:solidFill>
              <a:srgbClr val="1F4E79"/>
            </a:solidFill>
          </a:ln>
        </p:spPr>
      </p:cxnSp>
      <p:cxnSp>
        <p:nvCxnSpPr>
          <p:cNvPr id="708" name="c"/>
          <p:cNvCxnSpPr/>
          <p:nvPr/>
        </p:nvCxnSpPr>
        <p:spPr>
          <a:xfrm>
            <a:off x="6692030" y="2586250"/>
            <a:ext cx="0" cy="140269"/>
          </a:xfrm>
          <a:prstGeom prst="straightConnector1">
            <a:avLst/>
          </a:prstGeom>
          <a:ln w="12700" cap="rnd">
            <a:solidFill>
              <a:srgbClr val="1F4E79"/>
            </a:solidFill>
          </a:ln>
        </p:spPr>
      </p:cxnSp>
      <p:sp>
        <p:nvSpPr>
          <p:cNvPr id="709" name="pn"/>
          <p:cNvSpPr/>
          <p:nvPr/>
        </p:nvSpPr>
        <p:spPr>
          <a:xfrm>
            <a:off x="6019800" y="2824707"/>
            <a:ext cx="224077" cy="16832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00549F"/>
          </a:solidFill>
          <a:ln w="12700">
            <a:solidFill>
              <a:srgbClr val="0054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0" name="pn"/>
          <p:cNvSpPr/>
          <p:nvPr/>
        </p:nvSpPr>
        <p:spPr>
          <a:xfrm>
            <a:off x="6579992" y="2726519"/>
            <a:ext cx="224077" cy="16832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D9D9D9"/>
          </a:solidFill>
          <a:ln w="12700">
            <a:solidFill>
              <a:srgbClr val="9C9E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1" name="tr"/>
          <p:cNvSpPr/>
          <p:nvPr/>
        </p:nvSpPr>
        <p:spPr>
          <a:xfrm>
            <a:off x="7609344" y="2635344"/>
            <a:ext cx="126043" cy="105201"/>
          </a:xfrm>
          <a:prstGeom prst="triangl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12" name="c"/>
          <p:cNvCxnSpPr/>
          <p:nvPr/>
        </p:nvCxnSpPr>
        <p:spPr>
          <a:xfrm>
            <a:off x="7672366" y="2740546"/>
            <a:ext cx="0" cy="315604"/>
          </a:xfrm>
          <a:prstGeom prst="straightConnector1">
            <a:avLst/>
          </a:prstGeom>
          <a:ln w="19050" cap="rnd">
            <a:solidFill>
              <a:srgbClr val="1F4E79"/>
            </a:solidFill>
          </a:ln>
        </p:spPr>
      </p:cxnSp>
      <p:cxnSp>
        <p:nvCxnSpPr>
          <p:cNvPr id="713" name="c"/>
          <p:cNvCxnSpPr/>
          <p:nvPr/>
        </p:nvCxnSpPr>
        <p:spPr>
          <a:xfrm>
            <a:off x="7560327" y="3056150"/>
            <a:ext cx="224077" cy="0"/>
          </a:xfrm>
          <a:prstGeom prst="straightConnector1">
            <a:avLst/>
          </a:prstGeom>
          <a:ln w="19050" cap="rnd">
            <a:solidFill>
              <a:srgbClr val="1F4E79"/>
            </a:solidFill>
          </a:ln>
        </p:spPr>
      </p:cxnSp>
      <p:cxnSp>
        <p:nvCxnSpPr>
          <p:cNvPr id="714" name="c"/>
          <p:cNvCxnSpPr/>
          <p:nvPr/>
        </p:nvCxnSpPr>
        <p:spPr>
          <a:xfrm>
            <a:off x="7392270" y="2635344"/>
            <a:ext cx="560192" cy="0"/>
          </a:xfrm>
          <a:prstGeom prst="straightConnector1">
            <a:avLst/>
          </a:prstGeom>
          <a:ln w="22225" cap="rnd">
            <a:solidFill>
              <a:srgbClr val="1F4E79"/>
            </a:solidFill>
          </a:ln>
        </p:spPr>
      </p:cxnSp>
      <p:cxnSp>
        <p:nvCxnSpPr>
          <p:cNvPr id="715" name="c"/>
          <p:cNvCxnSpPr/>
          <p:nvPr/>
        </p:nvCxnSpPr>
        <p:spPr>
          <a:xfrm>
            <a:off x="7392270" y="2635344"/>
            <a:ext cx="0" cy="140269"/>
          </a:xfrm>
          <a:prstGeom prst="straightConnector1">
            <a:avLst/>
          </a:prstGeom>
          <a:ln w="12700" cap="rnd">
            <a:solidFill>
              <a:srgbClr val="1F4E79"/>
            </a:solidFill>
          </a:ln>
        </p:spPr>
      </p:cxnSp>
      <p:cxnSp>
        <p:nvCxnSpPr>
          <p:cNvPr id="716" name="c"/>
          <p:cNvCxnSpPr/>
          <p:nvPr/>
        </p:nvCxnSpPr>
        <p:spPr>
          <a:xfrm>
            <a:off x="7952462" y="2635344"/>
            <a:ext cx="0" cy="140269"/>
          </a:xfrm>
          <a:prstGeom prst="straightConnector1">
            <a:avLst/>
          </a:prstGeom>
          <a:ln w="12700" cap="rnd">
            <a:solidFill>
              <a:srgbClr val="1F4E79"/>
            </a:solidFill>
          </a:ln>
        </p:spPr>
      </p:cxnSp>
      <p:sp>
        <p:nvSpPr>
          <p:cNvPr id="717" name="pn"/>
          <p:cNvSpPr/>
          <p:nvPr/>
        </p:nvSpPr>
        <p:spPr>
          <a:xfrm>
            <a:off x="7280232" y="2775613"/>
            <a:ext cx="224077" cy="16832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00549F"/>
          </a:solidFill>
          <a:ln w="12700">
            <a:solidFill>
              <a:srgbClr val="0054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8" name="pn"/>
          <p:cNvSpPr/>
          <p:nvPr/>
        </p:nvSpPr>
        <p:spPr>
          <a:xfrm>
            <a:off x="7840423" y="2775613"/>
            <a:ext cx="224077" cy="16832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D9D9D9"/>
          </a:solidFill>
          <a:ln w="12700">
            <a:solidFill>
              <a:srgbClr val="9C9E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9" name="tr"/>
          <p:cNvSpPr/>
          <p:nvPr/>
        </p:nvSpPr>
        <p:spPr>
          <a:xfrm>
            <a:off x="8799752" y="2635344"/>
            <a:ext cx="126043" cy="105201"/>
          </a:xfrm>
          <a:prstGeom prst="triangl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20" name="c"/>
          <p:cNvCxnSpPr/>
          <p:nvPr/>
        </p:nvCxnSpPr>
        <p:spPr>
          <a:xfrm>
            <a:off x="8862773" y="2740546"/>
            <a:ext cx="0" cy="315604"/>
          </a:xfrm>
          <a:prstGeom prst="straightConnector1">
            <a:avLst/>
          </a:prstGeom>
          <a:ln w="19050" cap="rnd">
            <a:solidFill>
              <a:srgbClr val="1F4E79"/>
            </a:solidFill>
          </a:ln>
        </p:spPr>
      </p:cxnSp>
      <p:cxnSp>
        <p:nvCxnSpPr>
          <p:cNvPr id="721" name="c"/>
          <p:cNvCxnSpPr/>
          <p:nvPr/>
        </p:nvCxnSpPr>
        <p:spPr>
          <a:xfrm>
            <a:off x="8750735" y="3056150"/>
            <a:ext cx="224077" cy="0"/>
          </a:xfrm>
          <a:prstGeom prst="straightConnector1">
            <a:avLst/>
          </a:prstGeom>
          <a:ln w="19050" cap="rnd">
            <a:solidFill>
              <a:srgbClr val="1F4E79"/>
            </a:solidFill>
          </a:ln>
        </p:spPr>
      </p:cxnSp>
      <p:cxnSp>
        <p:nvCxnSpPr>
          <p:cNvPr id="722" name="c"/>
          <p:cNvCxnSpPr/>
          <p:nvPr/>
        </p:nvCxnSpPr>
        <p:spPr>
          <a:xfrm flipV="1">
            <a:off x="8582677" y="2593264"/>
            <a:ext cx="560192" cy="84161"/>
          </a:xfrm>
          <a:prstGeom prst="straightConnector1">
            <a:avLst/>
          </a:prstGeom>
          <a:ln w="22225" cap="rnd">
            <a:solidFill>
              <a:srgbClr val="1F4E79"/>
            </a:solidFill>
          </a:ln>
        </p:spPr>
      </p:cxnSp>
      <p:cxnSp>
        <p:nvCxnSpPr>
          <p:cNvPr id="723" name="c"/>
          <p:cNvCxnSpPr/>
          <p:nvPr/>
        </p:nvCxnSpPr>
        <p:spPr>
          <a:xfrm>
            <a:off x="8582677" y="2677425"/>
            <a:ext cx="0" cy="140269"/>
          </a:xfrm>
          <a:prstGeom prst="straightConnector1">
            <a:avLst/>
          </a:prstGeom>
          <a:ln w="12700" cap="rnd">
            <a:solidFill>
              <a:srgbClr val="1F4E79"/>
            </a:solidFill>
          </a:ln>
        </p:spPr>
      </p:cxnSp>
      <p:cxnSp>
        <p:nvCxnSpPr>
          <p:cNvPr id="724" name="c"/>
          <p:cNvCxnSpPr/>
          <p:nvPr/>
        </p:nvCxnSpPr>
        <p:spPr>
          <a:xfrm>
            <a:off x="9142869" y="2593264"/>
            <a:ext cx="0" cy="140269"/>
          </a:xfrm>
          <a:prstGeom prst="straightConnector1">
            <a:avLst/>
          </a:prstGeom>
          <a:ln w="12700" cap="rnd">
            <a:solidFill>
              <a:srgbClr val="1F4E79"/>
            </a:solidFill>
          </a:ln>
        </p:spPr>
      </p:cxnSp>
      <p:sp>
        <p:nvSpPr>
          <p:cNvPr id="725" name="pn"/>
          <p:cNvSpPr/>
          <p:nvPr/>
        </p:nvSpPr>
        <p:spPr>
          <a:xfrm>
            <a:off x="8470639" y="2817694"/>
            <a:ext cx="224077" cy="16832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00549F"/>
          </a:solidFill>
          <a:ln w="12700">
            <a:solidFill>
              <a:srgbClr val="0054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6" name="pn"/>
          <p:cNvSpPr/>
          <p:nvPr/>
        </p:nvSpPr>
        <p:spPr>
          <a:xfrm>
            <a:off x="9030831" y="2733532"/>
            <a:ext cx="224077" cy="16832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D9D9D9"/>
          </a:solidFill>
          <a:ln w="12700">
            <a:solidFill>
              <a:srgbClr val="9C9E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0" name="opt"/>
          <p:cNvSpPr/>
          <p:nvPr/>
        </p:nvSpPr>
        <p:spPr>
          <a:xfrm>
            <a:off x="7217210" y="3736453"/>
            <a:ext cx="910312" cy="911746"/>
          </a:xfrm>
          <a:prstGeom prst="ellipse">
            <a:avLst/>
          </a:prstGeom>
          <a:solidFill>
            <a:srgbClr val="F2F7FC"/>
          </a:solidFill>
          <a:ln w="15875">
            <a:solidFill>
              <a:srgbClr val="0054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1" name="curve"/>
          <p:cNvSpPr/>
          <p:nvPr/>
        </p:nvSpPr>
        <p:spPr>
          <a:xfrm>
            <a:off x="7322246" y="3995950"/>
            <a:ext cx="700240" cy="308591"/>
          </a:xfrm>
          <a:custGeom>
            <a:avLst/>
            <a:gdLst/>
            <a:ahLst/>
            <a:cxnLst/>
            <a:rect l="0" t="0" r="0" b="0"/>
            <a:pathLst>
              <a:path w="100" h="44">
                <a:moveTo>
                  <a:pt x="0" y="10"/>
                </a:moveTo>
                <a:cubicBezTo>
                  <a:pt x="8" y="10"/>
                  <a:pt x="14" y="36"/>
                  <a:pt x="25" y="34"/>
                </a:cubicBezTo>
                <a:cubicBezTo>
                  <a:pt x="34" y="32"/>
                  <a:pt x="44" y="14"/>
                  <a:pt x="52" y="16"/>
                </a:cubicBezTo>
                <a:cubicBezTo>
                  <a:pt x="60" y="18"/>
                  <a:pt x="66" y="40"/>
                  <a:pt x="74" y="38"/>
                </a:cubicBezTo>
                <a:cubicBezTo>
                  <a:pt x="84" y="36"/>
                  <a:pt x="92" y="12"/>
                  <a:pt x="100" y="10"/>
                </a:cubicBezTo>
              </a:path>
            </a:pathLst>
          </a:custGeom>
          <a:noFill/>
          <a:ln w="19050" cap="rnd">
            <a:solidFill>
              <a:srgbClr val="0054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2" name="d"/>
          <p:cNvSpPr/>
          <p:nvPr/>
        </p:nvSpPr>
        <p:spPr>
          <a:xfrm>
            <a:off x="7794000" y="4224850"/>
            <a:ext cx="72000" cy="72000"/>
          </a:xfrm>
          <a:prstGeom prst="ellipse">
            <a:avLst/>
          </a:prstGeom>
          <a:solidFill>
            <a:srgbClr val="CC071E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33" name="t"/>
          <p:cNvSpPr/>
          <p:nvPr/>
        </p:nvSpPr>
        <p:spPr>
          <a:xfrm>
            <a:off x="7380989" y="4279724"/>
            <a:ext cx="630216" cy="12624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549F"/>
                </a:solidFill>
              </a:rPr>
              <a:t>Optimization</a:t>
            </a:r>
          </a:p>
        </p:txBody>
      </p:sp>
      <p:cxnSp>
        <p:nvCxnSpPr>
          <p:cNvPr id="734" name="c"/>
          <p:cNvCxnSpPr>
            <a:cxnSpLocks/>
          </p:cNvCxnSpPr>
          <p:nvPr/>
        </p:nvCxnSpPr>
        <p:spPr>
          <a:xfrm>
            <a:off x="6455419" y="3170570"/>
            <a:ext cx="805506" cy="763601"/>
          </a:xfrm>
          <a:prstGeom prst="straightConnector1">
            <a:avLst/>
          </a:prstGeom>
          <a:ln w="15875" cap="rnd">
            <a:solidFill>
              <a:srgbClr val="00549F"/>
            </a:solidFill>
            <a:prstDash val="dash"/>
            <a:tailEnd type="triangle" w="med" len="med"/>
          </a:ln>
        </p:spPr>
      </p:cxnSp>
      <p:cxnSp>
        <p:nvCxnSpPr>
          <p:cNvPr id="735" name="c"/>
          <p:cNvCxnSpPr/>
          <p:nvPr/>
        </p:nvCxnSpPr>
        <p:spPr>
          <a:xfrm>
            <a:off x="7672366" y="3533064"/>
            <a:ext cx="0" cy="196376"/>
          </a:xfrm>
          <a:prstGeom prst="straightConnector1">
            <a:avLst/>
          </a:prstGeom>
          <a:ln w="15875" cap="rnd">
            <a:solidFill>
              <a:srgbClr val="00549F"/>
            </a:solidFill>
            <a:prstDash val="dash"/>
            <a:tailEnd type="triangle" w="med" len="med"/>
          </a:ln>
        </p:spPr>
      </p:cxnSp>
      <p:cxnSp>
        <p:nvCxnSpPr>
          <p:cNvPr id="736" name="c"/>
          <p:cNvCxnSpPr>
            <a:cxnSpLocks/>
          </p:cNvCxnSpPr>
          <p:nvPr/>
        </p:nvCxnSpPr>
        <p:spPr>
          <a:xfrm flipH="1">
            <a:off x="8127522" y="3084204"/>
            <a:ext cx="735251" cy="829862"/>
          </a:xfrm>
          <a:prstGeom prst="straightConnector1">
            <a:avLst/>
          </a:prstGeom>
          <a:ln w="15875" cap="rnd">
            <a:solidFill>
              <a:srgbClr val="00549F"/>
            </a:solidFill>
            <a:prstDash val="dash"/>
            <a:tailEnd type="triangle" w="med" len="med"/>
          </a:ln>
        </p:spPr>
      </p:cxnSp>
      <p:sp>
        <p:nvSpPr>
          <p:cNvPr id="739" name="manual"/>
          <p:cNvSpPr/>
          <p:nvPr/>
        </p:nvSpPr>
        <p:spPr>
          <a:xfrm>
            <a:off x="6832078" y="4837562"/>
            <a:ext cx="1680575" cy="43483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549F"/>
            </a:solidFill>
          </a:ln>
        </p:spPr>
        <p:txBody>
          <a:bodyPr lIns="9000" tIns="4000" rIns="9000" bIns="4000" rtlCol="0" anchor="ctr"/>
          <a:lstStyle/>
          <a:p>
            <a:pPr algn="ctr"/>
            <a:r>
              <a:rPr lang="en-US" sz="1400" b="1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weighting</a:t>
            </a:r>
          </a:p>
          <a:p>
            <a:pPr algn="ctr"/>
            <a:r>
              <a:rPr lang="en-US" sz="1400" b="1" dirty="0">
                <a:solidFill>
                  <a:srgbClr val="0054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loss terms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4AF21-8FFA-003E-1D91-2F6093FC5155}"/>
              </a:ext>
            </a:extLst>
          </p:cNvPr>
          <p:cNvGrpSpPr/>
          <p:nvPr/>
        </p:nvGrpSpPr>
        <p:grpSpPr>
          <a:xfrm>
            <a:off x="9398156" y="2741736"/>
            <a:ext cx="2682772" cy="2188191"/>
            <a:chOff x="9513995" y="2548804"/>
            <a:chExt cx="2275779" cy="2188191"/>
          </a:xfrm>
        </p:grpSpPr>
        <p:sp>
          <p:nvSpPr>
            <p:cNvPr id="800" name="card"/>
            <p:cNvSpPr/>
            <p:nvPr/>
          </p:nvSpPr>
          <p:spPr>
            <a:xfrm>
              <a:off x="9513995" y="2548804"/>
              <a:ext cx="2275779" cy="57510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4E86C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1" name="disc"/>
            <p:cNvSpPr/>
            <p:nvPr/>
          </p:nvSpPr>
          <p:spPr>
            <a:xfrm>
              <a:off x="9612028" y="2639979"/>
              <a:ext cx="392134" cy="392752"/>
            </a:xfrm>
            <a:prstGeom prst="ellipse">
              <a:avLst/>
            </a:prstGeom>
            <a:solidFill>
              <a:srgbClr val="E8F1FA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02" name="ct"/>
            <p:cNvSpPr/>
            <p:nvPr/>
          </p:nvSpPr>
          <p:spPr>
            <a:xfrm>
              <a:off x="10116201" y="2548804"/>
              <a:ext cx="1589544" cy="57510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just"/>
              <a:r>
                <a:rPr lang="en-US" sz="150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Loss balancing remains </a:t>
              </a:r>
              <a:r>
                <a:rPr lang="en-US" sz="15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problem-dependent</a:t>
              </a:r>
            </a:p>
          </p:txBody>
        </p:sp>
        <p:sp>
          <p:nvSpPr>
            <p:cNvPr id="803" name="card"/>
            <p:cNvSpPr/>
            <p:nvPr/>
          </p:nvSpPr>
          <p:spPr>
            <a:xfrm>
              <a:off x="9513995" y="3278201"/>
              <a:ext cx="2275779" cy="57510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4E86C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4" name="disc"/>
            <p:cNvSpPr/>
            <p:nvPr/>
          </p:nvSpPr>
          <p:spPr>
            <a:xfrm>
              <a:off x="9612028" y="3385762"/>
              <a:ext cx="392134" cy="392752"/>
            </a:xfrm>
            <a:prstGeom prst="ellipse">
              <a:avLst/>
            </a:prstGeom>
            <a:solidFill>
              <a:srgbClr val="E8F1FA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05" name="ct"/>
            <p:cNvSpPr/>
            <p:nvPr/>
          </p:nvSpPr>
          <p:spPr>
            <a:xfrm>
              <a:off x="10116201" y="3303420"/>
              <a:ext cx="1589544" cy="57510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2500"/>
            </a:bodyPr>
            <a:lstStyle/>
            <a:p>
              <a:pPr algn="just"/>
              <a:r>
                <a:rPr lang="en-US" sz="150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can be sensitive to </a:t>
              </a:r>
              <a:r>
                <a:rPr lang="en-US" sz="15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weighting choices</a:t>
              </a:r>
            </a:p>
          </p:txBody>
        </p:sp>
        <p:sp>
          <p:nvSpPr>
            <p:cNvPr id="806" name="card"/>
            <p:cNvSpPr/>
            <p:nvPr/>
          </p:nvSpPr>
          <p:spPr>
            <a:xfrm>
              <a:off x="9513995" y="4007598"/>
              <a:ext cx="2275779" cy="729397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4E86C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7" name="disc"/>
            <p:cNvSpPr/>
            <p:nvPr/>
          </p:nvSpPr>
          <p:spPr>
            <a:xfrm>
              <a:off x="9612028" y="4198857"/>
              <a:ext cx="392134" cy="392752"/>
            </a:xfrm>
            <a:prstGeom prst="ellipse">
              <a:avLst/>
            </a:prstGeom>
            <a:solidFill>
              <a:srgbClr val="E8F1FA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08" name="ct"/>
            <p:cNvSpPr/>
            <p:nvPr/>
          </p:nvSpPr>
          <p:spPr>
            <a:xfrm>
              <a:off x="10116201" y="4007598"/>
              <a:ext cx="1589544" cy="72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just"/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Complex boundary problems become difficult to optimize</a:t>
              </a:r>
            </a:p>
          </p:txBody>
        </p:sp>
        <p:pic>
          <p:nvPicPr>
            <p:cNvPr id="951" name="Copied Picture 951" descr="balance scale 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82844" y="2717089"/>
              <a:ext cx="238125" cy="238379"/>
            </a:xfrm>
            <a:prstGeom prst="rect">
              <a:avLst/>
            </a:prstGeom>
          </p:spPr>
        </p:pic>
        <p:pic>
          <p:nvPicPr>
            <p:cNvPr id="952" name="Copied Picture 952" descr="target bullseye 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4249" y="3438138"/>
              <a:ext cx="287693" cy="288000"/>
            </a:xfrm>
            <a:prstGeom prst="rect">
              <a:avLst/>
            </a:prstGeom>
          </p:spPr>
        </p:pic>
        <p:pic>
          <p:nvPicPr>
            <p:cNvPr id="953" name="Copied Picture 953" descr="maze 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27906" y="4215233"/>
              <a:ext cx="359616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ED303-6406-9E1B-FD11-DC0694DE5BBD}"/>
                  </a:ext>
                </a:extLst>
              </p:cNvPr>
              <p:cNvSpPr txBox="1"/>
              <p:nvPr/>
            </p:nvSpPr>
            <p:spPr>
              <a:xfrm>
                <a:off x="6050278" y="2051925"/>
                <a:ext cx="7721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𝒩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ED303-6406-9E1B-FD11-DC0694DE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278" y="2051925"/>
                <a:ext cx="772149" cy="400110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CD9BD1-CBE6-271A-FDF1-C2F4E6A2D226}"/>
                  </a:ext>
                </a:extLst>
              </p:cNvPr>
              <p:cNvSpPr txBox="1"/>
              <p:nvPr/>
            </p:nvSpPr>
            <p:spPr>
              <a:xfrm>
                <a:off x="7315200" y="2051925"/>
                <a:ext cx="53251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CD9BD1-CBE6-271A-FDF1-C2F4E6A2D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051925"/>
                <a:ext cx="532514" cy="400110"/>
              </a:xfrm>
              <a:prstGeom prst="rect">
                <a:avLst/>
              </a:prstGeom>
              <a:blipFill>
                <a:blip r:embed="rId8"/>
                <a:stretch>
                  <a:fillRect r="-28736"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A326C1-5F23-2F84-E6D3-F9FE8912AFC3}"/>
                  </a:ext>
                </a:extLst>
              </p:cNvPr>
              <p:cNvSpPr txBox="1"/>
              <p:nvPr/>
            </p:nvSpPr>
            <p:spPr>
              <a:xfrm>
                <a:off x="8568876" y="2051925"/>
                <a:ext cx="6830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A326C1-5F23-2F84-E6D3-F9FE8912A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876" y="2051925"/>
                <a:ext cx="683034" cy="400110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3531B53-7820-B336-8536-70E34754089C}"/>
              </a:ext>
            </a:extLst>
          </p:cNvPr>
          <p:cNvSpPr txBox="1"/>
          <p:nvPr/>
        </p:nvSpPr>
        <p:spPr>
          <a:xfrm>
            <a:off x="7468871" y="3060405"/>
            <a:ext cx="38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d">
            <a:extLst>
              <a:ext uri="{FF2B5EF4-FFF2-40B4-BE49-F238E27FC236}">
                <a16:creationId xmlns:a16="http://schemas.microsoft.com/office/drawing/2014/main" id="{AB40D761-2202-4F09-78C4-BD06C1E36C41}"/>
              </a:ext>
            </a:extLst>
          </p:cNvPr>
          <p:cNvSpPr/>
          <p:nvPr/>
        </p:nvSpPr>
        <p:spPr>
          <a:xfrm>
            <a:off x="7452000" y="4188850"/>
            <a:ext cx="72000" cy="72000"/>
          </a:xfrm>
          <a:prstGeom prst="ellipse">
            <a:avLst/>
          </a:prstGeom>
          <a:solidFill>
            <a:srgbClr val="CC071E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247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703" grpId="0" animBg="1"/>
      <p:bldP spid="709" grpId="0" animBg="1"/>
      <p:bldP spid="710" grpId="0" animBg="1"/>
      <p:bldP spid="711" grpId="0" animBg="1"/>
      <p:bldP spid="717" grpId="0" animBg="1"/>
      <p:bldP spid="718" grpId="0" animBg="1"/>
      <p:bldP spid="719" grpId="0" animBg="1"/>
      <p:bldP spid="725" grpId="0" animBg="1"/>
      <p:bldP spid="726" grpId="0" animBg="1"/>
      <p:bldP spid="730" grpId="0" animBg="1"/>
      <p:bldP spid="731" grpId="0" animBg="1"/>
      <p:bldP spid="732" grpId="0" animBg="1"/>
      <p:bldP spid="733" grpId="0"/>
      <p:bldP spid="739" grpId="0" animBg="1"/>
      <p:bldP spid="4" grpId="0"/>
      <p:bldP spid="6" grpId="0"/>
      <p:bldP spid="8" grpId="0"/>
      <p:bldP spid="13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AA6D5-C8EA-F8DF-FC50-088C06CBA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338" y="838200"/>
            <a:ext cx="6568247" cy="44022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A2AA11-7565-AAD9-F778-9CAFD93E7F2A}"/>
                  </a:ext>
                </a:extLst>
              </p:cNvPr>
              <p:cNvSpPr txBox="1"/>
              <p:nvPr/>
            </p:nvSpPr>
            <p:spPr>
              <a:xfrm>
                <a:off x="1000588" y="1365027"/>
                <a:ext cx="240013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zh-CN" altLang="en-US" sz="160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=0⟹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lang="zh-CN" altLang="en-US" sz="1600" i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A2AA11-7565-AAD9-F778-9CAFD93E7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88" y="1365027"/>
                <a:ext cx="2400132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ECCF30-858F-7CA6-9337-0D11DBD8DCC3}"/>
                  </a:ext>
                </a:extLst>
              </p:cNvPr>
              <p:cNvSpPr txBox="1"/>
              <p:nvPr/>
            </p:nvSpPr>
            <p:spPr>
              <a:xfrm>
                <a:off x="1000588" y="1662858"/>
                <a:ext cx="3693068" cy="627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zh-CN" altLang="en-US" sz="160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zh-CN" altLang="en-US" sz="160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altLang="en-US" sz="1600" i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d>
                        </m:e>
                      </m:nary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zh-CN" altLang="en-US" sz="1600" i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pHide m:val="on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acc>
                            <m:accPr>
                              <m:chr m:val="̅"/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e>
                          </m:acc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zh-CN" altLang="en-US" sz="16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</m:nary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ECCF30-858F-7CA6-9337-0D11DBD8D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88" y="1662858"/>
                <a:ext cx="3693068" cy="627608"/>
              </a:xfrm>
              <a:prstGeom prst="rect">
                <a:avLst/>
              </a:prstGeom>
              <a:blipFill>
                <a:blip r:embed="rId5"/>
                <a:stretch>
                  <a:fillRect l="-1980" t="-159223" b="-224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EDFEC1-DDD3-B704-CA00-70B417D30CD0}"/>
                  </a:ext>
                </a:extLst>
              </p:cNvPr>
              <p:cNvSpPr txBox="1"/>
              <p:nvPr/>
            </p:nvSpPr>
            <p:spPr>
              <a:xfrm>
                <a:off x="1000588" y="2210605"/>
                <a:ext cx="2596653" cy="43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d>
                    <m:r>
                      <a:rPr lang="zh-CN" alt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𝝈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1600"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EDFEC1-DDD3-B704-CA00-70B417D30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88" y="2210605"/>
                <a:ext cx="2596653" cy="439992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2FBEDE-38D6-2E51-705D-A3DFC77AFCF1}"/>
                  </a:ext>
                </a:extLst>
              </p:cNvPr>
              <p:cNvSpPr txBox="1"/>
              <p:nvPr/>
            </p:nvSpPr>
            <p:spPr>
              <a:xfrm>
                <a:off x="1057397" y="3345134"/>
                <a:ext cx="2163797" cy="248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rad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edge crack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2FBEDE-38D6-2E51-705D-A3DFC77AF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397" y="3345134"/>
                <a:ext cx="2163797" cy="248979"/>
              </a:xfrm>
              <a:prstGeom prst="rect">
                <a:avLst/>
              </a:prstGeom>
              <a:blipFill>
                <a:blip r:embed="rId7"/>
                <a:stretch>
                  <a:fillRect l="-4225" t="-24390" r="-4507" b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03F6E1-2EC4-5160-3926-963C294ACFDA}"/>
                  </a:ext>
                </a:extLst>
              </p:cNvPr>
              <p:cNvSpPr txBox="1"/>
              <p:nvPr/>
            </p:nvSpPr>
            <p:spPr>
              <a:xfrm>
                <a:off x="1057397" y="3658437"/>
                <a:ext cx="3461076" cy="259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internal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crack</m:t>
                    </m:r>
                  </m:oMath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03F6E1-2EC4-5160-3926-963C294AC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397" y="3658437"/>
                <a:ext cx="3461076" cy="259751"/>
              </a:xfrm>
              <a:prstGeom prst="rect">
                <a:avLst/>
              </a:prstGeom>
              <a:blipFill>
                <a:blip r:embed="rId8"/>
                <a:stretch>
                  <a:fillRect l="-2641" r="-1056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20FE20-9FAF-ECE7-0448-E4181609DDD5}"/>
                  </a:ext>
                </a:extLst>
              </p:cNvPr>
              <p:cNvSpPr txBox="1"/>
              <p:nvPr/>
            </p:nvSpPr>
            <p:spPr>
              <a:xfrm>
                <a:off x="982306" y="4622488"/>
                <a:ext cx="199497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altLang="zh-CN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𝑧</m:t>
                      </m:r>
                      <m:sSup>
                        <m:sSup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20FE20-9FAF-ECE7-0448-E4181609D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06" y="4622488"/>
                <a:ext cx="1994970" cy="246221"/>
              </a:xfrm>
              <a:prstGeom prst="rect">
                <a:avLst/>
              </a:prstGeom>
              <a:blipFill>
                <a:blip r:embed="rId9"/>
                <a:stretch>
                  <a:fillRect l="-2752" b="-34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8CBF7A-5015-FC9C-2E04-48EEBD8B1B15}"/>
                  </a:ext>
                </a:extLst>
              </p:cNvPr>
              <p:cNvSpPr txBox="1"/>
              <p:nvPr/>
            </p:nvSpPr>
            <p:spPr>
              <a:xfrm>
                <a:off x="982513" y="3976155"/>
                <a:ext cx="229742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altLang="zh-CN" sz="160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𝜁</m:t>
                      </m:r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8CBF7A-5015-FC9C-2E04-48EEBD8B1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3" y="3976155"/>
                <a:ext cx="2297424" cy="246221"/>
              </a:xfrm>
              <a:prstGeom prst="rect">
                <a:avLst/>
              </a:prstGeom>
              <a:blipFill>
                <a:blip r:embed="rId10"/>
                <a:stretch>
                  <a:fillRect l="-1592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2AE3D3-3804-54A8-11D6-CA15F0FCA4F7}"/>
                  </a:ext>
                </a:extLst>
              </p:cNvPr>
              <p:cNvSpPr txBox="1"/>
              <p:nvPr/>
            </p:nvSpPr>
            <p:spPr>
              <a:xfrm>
                <a:off x="982306" y="4315229"/>
                <a:ext cx="23535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altLang="zh-CN" sz="1600" i="1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𝜁</m:t>
                      </m:r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Sup>
                        <m:sSubSup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bSup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bSup>
                      <m:d>
                        <m:d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2AE3D3-3804-54A8-11D6-CA15F0FCA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06" y="4315229"/>
                <a:ext cx="2353529" cy="246221"/>
              </a:xfrm>
              <a:prstGeom prst="rect">
                <a:avLst/>
              </a:prstGeom>
              <a:blipFill>
                <a:blip r:embed="rId11"/>
                <a:stretch>
                  <a:fillRect l="-518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80A8486-4AD3-5AB3-5CAD-4077EED106BC}"/>
              </a:ext>
            </a:extLst>
          </p:cNvPr>
          <p:cNvSpPr txBox="1"/>
          <p:nvPr/>
        </p:nvSpPr>
        <p:spPr>
          <a:xfrm>
            <a:off x="684673" y="880081"/>
            <a:ext cx="4009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loss → energy minimization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5837D1-6A12-CA4C-A9F5-01E221790046}"/>
              </a:ext>
            </a:extLst>
          </p:cNvPr>
          <p:cNvSpPr txBox="1"/>
          <p:nvPr/>
        </p:nvSpPr>
        <p:spPr>
          <a:xfrm>
            <a:off x="684672" y="2979586"/>
            <a:ext cx="4009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discontinuity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auto-embedded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501A16-EFF9-EACC-D9F4-100225D0F78E}"/>
              </a:ext>
            </a:extLst>
          </p:cNvPr>
          <p:cNvSpPr txBox="1"/>
          <p:nvPr/>
        </p:nvSpPr>
        <p:spPr>
          <a:xfrm>
            <a:off x="410531" y="5181600"/>
            <a:ext cx="11370938" cy="646331"/>
          </a:xfrm>
          <a:prstGeom prst="rect">
            <a:avLst/>
          </a:prstGeom>
          <a:solidFill>
            <a:schemeClr val="bg1"/>
          </a:solidFill>
          <a:ln>
            <a:solidFill>
              <a:srgbClr val="00549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vKMINN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replaces multi-term residual loss balancing with a variational energy objective, while the discontinuous crack potential embeds the crack-face discontinuity and crack-tip singularity directly into the solution ansatz.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90FD8EC-D8CF-FA99-2695-0F175B9A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1600"/>
            <a:ext cx="11473200" cy="5436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Theory of Energy Concept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DC4670-EAF1-E166-B072-EAD3DB757674}"/>
              </a:ext>
            </a:extLst>
          </p:cNvPr>
          <p:cNvSpPr txBox="1"/>
          <p:nvPr/>
        </p:nvSpPr>
        <p:spPr>
          <a:xfrm>
            <a:off x="384175" y="5792046"/>
            <a:ext cx="626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Rice J R, International Journal of Fracture. (1980). [2] C. W. WOO, Engineering Fracture Mechanics. 1989.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1E911B-349A-DA61-7143-93BFACD6EB13}"/>
              </a:ext>
            </a:extLst>
          </p:cNvPr>
          <p:cNvSpPr txBox="1"/>
          <p:nvPr/>
        </p:nvSpPr>
        <p:spPr>
          <a:xfrm>
            <a:off x="629793" y="3495289"/>
            <a:ext cx="35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endParaRPr lang="zh-CN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4EE181-930C-1B19-700C-FD3A3A528B7D}"/>
              </a:ext>
            </a:extLst>
          </p:cNvPr>
          <p:cNvSpPr txBox="1"/>
          <p:nvPr/>
        </p:nvSpPr>
        <p:spPr>
          <a:xfrm>
            <a:off x="629793" y="4267817"/>
            <a:ext cx="35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5BA987-5A7C-260B-3AE8-CDCD5065F006}"/>
              </a:ext>
            </a:extLst>
          </p:cNvPr>
          <p:cNvSpPr/>
          <p:nvPr/>
        </p:nvSpPr>
        <p:spPr>
          <a:xfrm>
            <a:off x="4101522" y="1828800"/>
            <a:ext cx="228600" cy="2563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C43C22-47B7-FAD7-B82F-E81C4B3813CE}"/>
              </a:ext>
            </a:extLst>
          </p:cNvPr>
          <p:cNvSpPr/>
          <p:nvPr/>
        </p:nvSpPr>
        <p:spPr>
          <a:xfrm>
            <a:off x="1799547" y="4638762"/>
            <a:ext cx="499367" cy="2462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BEC7C-43C7-0B80-C871-410BFBF40097}"/>
              </a:ext>
            </a:extLst>
          </p:cNvPr>
          <p:cNvSpPr/>
          <p:nvPr/>
        </p:nvSpPr>
        <p:spPr>
          <a:xfrm>
            <a:off x="2479681" y="4633343"/>
            <a:ext cx="499367" cy="2462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2DB21A-CD94-0C62-A2A7-F094A7CF1B5A}"/>
                  </a:ext>
                </a:extLst>
              </p:cNvPr>
              <p:cNvSpPr txBox="1"/>
              <p:nvPr/>
            </p:nvSpPr>
            <p:spPr>
              <a:xfrm>
                <a:off x="3840179" y="4263134"/>
                <a:ext cx="1356587" cy="373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:=</m:t>
                          </m:r>
                          <m:bar>
                            <m:barPr>
                              <m:pos m:val="top"/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</m:d>
                            </m:e>
                          </m:bar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2DB21A-CD94-0C62-A2A7-F094A7CF1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179" y="4263134"/>
                <a:ext cx="1356587" cy="373692"/>
              </a:xfrm>
              <a:prstGeom prst="rect">
                <a:avLst/>
              </a:prstGeom>
              <a:blipFill>
                <a:blip r:embed="rId12"/>
                <a:stretch>
                  <a:fillRect r="-11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D4776E-7A4C-A110-01B1-B973C78BD2F1}"/>
              </a:ext>
            </a:extLst>
          </p:cNvPr>
          <p:cNvCxnSpPr>
            <a:cxnSpLocks/>
          </p:cNvCxnSpPr>
          <p:nvPr/>
        </p:nvCxnSpPr>
        <p:spPr>
          <a:xfrm flipH="1" flipV="1">
            <a:off x="3345069" y="4469799"/>
            <a:ext cx="504344" cy="11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2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  <p:bldP spid="21" grpId="0"/>
      <p:bldP spid="25" grpId="0"/>
      <p:bldP spid="27" grpId="0" animBg="1"/>
      <p:bldP spid="30" grpId="0"/>
      <p:bldP spid="32" grpId="0"/>
      <p:bldP spid="34" grpId="0"/>
      <p:bldP spid="2" grpId="0" animBg="1"/>
      <p:bldP spid="4" grpId="0" animBg="1"/>
      <p:bldP spid="8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1F3DE4-3B28-C59B-BB80-EFB7E3514385}"/>
              </a:ext>
            </a:extLst>
          </p:cNvPr>
          <p:cNvSpPr txBox="1"/>
          <p:nvPr/>
        </p:nvSpPr>
        <p:spPr>
          <a:xfrm>
            <a:off x="634011" y="968400"/>
            <a:ext cx="371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Edge Notch Tension (SENT)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39581-1973-9405-90B8-D75395D3C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925"/>
          <a:stretch>
            <a:fillRect/>
          </a:stretch>
        </p:blipFill>
        <p:spPr>
          <a:xfrm>
            <a:off x="6103741" y="1642532"/>
            <a:ext cx="5399394" cy="1991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99094F-F209-2A2B-0F6A-52A07ACD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657"/>
          <a:stretch>
            <a:fillRect/>
          </a:stretch>
        </p:blipFill>
        <p:spPr>
          <a:xfrm>
            <a:off x="705612" y="1381244"/>
            <a:ext cx="4536948" cy="4470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EFD481-6C96-6CE2-FC02-B34035EFD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714" y="3733800"/>
            <a:ext cx="5533644" cy="186842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C69243B-EF64-9FEA-2776-991E3631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1600"/>
            <a:ext cx="11473200" cy="5436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Case Studies —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vKMINN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0208D-7752-8F5E-F40E-F547072AD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694653"/>
            <a:ext cx="4212429" cy="49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9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3A4CD2-F75C-59E2-4595-03AE75D0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1600"/>
            <a:ext cx="11473200" cy="5436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Case Studies — variational KMINN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3A3FC-34B7-D72A-C5B7-935C082A27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19200"/>
            <a:ext cx="4142549" cy="43448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215A50A-4773-5A7F-9679-B64DEA293A9E}"/>
              </a:ext>
            </a:extLst>
          </p:cNvPr>
          <p:cNvGrpSpPr>
            <a:grpSpLocks noChangeAspect="1"/>
          </p:cNvGrpSpPr>
          <p:nvPr/>
        </p:nvGrpSpPr>
        <p:grpSpPr>
          <a:xfrm>
            <a:off x="4520969" y="1828800"/>
            <a:ext cx="7373470" cy="3375966"/>
            <a:chOff x="4875802" y="1958034"/>
            <a:chExt cx="6957398" cy="318546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86FD8E2-7942-671B-21BF-CE688724A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692"/>
            <a:stretch>
              <a:fillRect/>
            </a:stretch>
          </p:blipFill>
          <p:spPr>
            <a:xfrm>
              <a:off x="4875802" y="1981200"/>
              <a:ext cx="6957398" cy="31623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1C9366-013D-5174-4FD8-DEF30CB10A37}"/>
                </a:ext>
              </a:extLst>
            </p:cNvPr>
            <p:cNvSpPr/>
            <p:nvPr/>
          </p:nvSpPr>
          <p:spPr>
            <a:xfrm>
              <a:off x="4952002" y="1958034"/>
              <a:ext cx="228600" cy="175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B8C632-0665-34AC-E751-DF7E2826C526}"/>
                </a:ext>
              </a:extLst>
            </p:cNvPr>
            <p:cNvSpPr/>
            <p:nvPr/>
          </p:nvSpPr>
          <p:spPr>
            <a:xfrm>
              <a:off x="4952002" y="3503400"/>
              <a:ext cx="228600" cy="230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98C1881-CD2E-71EE-F3D9-F16981C5164C}"/>
              </a:ext>
            </a:extLst>
          </p:cNvPr>
          <p:cNvSpPr txBox="1"/>
          <p:nvPr/>
        </p:nvSpPr>
        <p:spPr>
          <a:xfrm>
            <a:off x="2254132" y="1216702"/>
            <a:ext cx="2377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tabLst>
                <a:tab pos="215900" algn="l"/>
              </a:tabLst>
            </a:pPr>
            <a:r>
              <a:rPr lang="en-US" altLang="zh-CN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 Interface for KMINN</a:t>
            </a:r>
            <a:endParaRPr lang="zh-CN" alt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54531-E00D-E7B6-54DD-33C4C721BF54}"/>
              </a:ext>
            </a:extLst>
          </p:cNvPr>
          <p:cNvSpPr txBox="1"/>
          <p:nvPr/>
        </p:nvSpPr>
        <p:spPr>
          <a:xfrm>
            <a:off x="7467600" y="1659523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15900" eaLnBrk="1" hangingPunct="1">
              <a:buClr>
                <a:schemeClr val="tx2"/>
              </a:buClr>
              <a:tabLst>
                <a:tab pos="2159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endParaRPr lang="zh-CN" alt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DB188E-A10C-EA2B-D4D6-AEC5210BE63F}"/>
              </a:ext>
            </a:extLst>
          </p:cNvPr>
          <p:cNvSpPr txBox="1"/>
          <p:nvPr/>
        </p:nvSpPr>
        <p:spPr>
          <a:xfrm>
            <a:off x="7712859" y="5072575"/>
            <a:ext cx="478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tabLst>
                <a:tab pos="215900" algn="l"/>
              </a:tabLst>
            </a:pP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  <a:endParaRPr lang="zh-CN" alt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9D614-DDE3-AB25-2AFF-8E40DAF44C4D}"/>
              </a:ext>
            </a:extLst>
          </p:cNvPr>
          <p:cNvSpPr txBox="1"/>
          <p:nvPr/>
        </p:nvSpPr>
        <p:spPr>
          <a:xfrm>
            <a:off x="394420" y="897979"/>
            <a:ext cx="4237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Oblique Center Crack Tension (OCCT)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57AF0-E17F-F38B-6E80-9364A1716E2D}"/>
              </a:ext>
            </a:extLst>
          </p:cNvPr>
          <p:cNvSpPr txBox="1"/>
          <p:nvPr/>
        </p:nvSpPr>
        <p:spPr>
          <a:xfrm>
            <a:off x="914400" y="5469523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15900" eaLnBrk="1" hangingPunct="1">
              <a:buClr>
                <a:schemeClr val="tx2"/>
              </a:buClr>
              <a:tabLst>
                <a:tab pos="2159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endParaRPr lang="zh-CN" alt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40490-3E35-86DC-7382-6263EA305C65}"/>
              </a:ext>
            </a:extLst>
          </p:cNvPr>
          <p:cNvSpPr txBox="1"/>
          <p:nvPr/>
        </p:nvSpPr>
        <p:spPr>
          <a:xfrm>
            <a:off x="3203911" y="5469523"/>
            <a:ext cx="478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tabLst>
                <a:tab pos="215900" algn="l"/>
              </a:tabLst>
            </a:pP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  <a:endParaRPr lang="zh-CN" alt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63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36239E3-73E8-097F-0A1B-64BC862C9B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989279"/>
                  </p:ext>
                </p:extLst>
              </p:nvPr>
            </p:nvGraphicFramePr>
            <p:xfrm>
              <a:off x="359570" y="887097"/>
              <a:ext cx="11472860" cy="3474720"/>
            </p:xfrm>
            <a:graphic>
              <a:graphicData uri="http://schemas.openxmlformats.org/drawingml/2006/table">
                <a:tbl>
                  <a:tblPr>
                    <a:tableStyleId>{69012ECD-51FC-41F1-AA8D-1B2483CD663E}</a:tableStyleId>
                  </a:tblPr>
                  <a:tblGrid>
                    <a:gridCol w="2868215">
                      <a:extLst>
                        <a:ext uri="{9D8B030D-6E8A-4147-A177-3AD203B41FA5}">
                          <a16:colId xmlns:a16="http://schemas.microsoft.com/office/drawing/2014/main" val="3993829672"/>
                        </a:ext>
                      </a:extLst>
                    </a:gridCol>
                    <a:gridCol w="2868215">
                      <a:extLst>
                        <a:ext uri="{9D8B030D-6E8A-4147-A177-3AD203B41FA5}">
                          <a16:colId xmlns:a16="http://schemas.microsoft.com/office/drawing/2014/main" val="2717718527"/>
                        </a:ext>
                      </a:extLst>
                    </a:gridCol>
                    <a:gridCol w="2868215">
                      <a:extLst>
                        <a:ext uri="{9D8B030D-6E8A-4147-A177-3AD203B41FA5}">
                          <a16:colId xmlns:a16="http://schemas.microsoft.com/office/drawing/2014/main" val="4244283401"/>
                        </a:ext>
                      </a:extLst>
                    </a:gridCol>
                    <a:gridCol w="2868215">
                      <a:extLst>
                        <a:ext uri="{9D8B030D-6E8A-4147-A177-3AD203B41FA5}">
                          <a16:colId xmlns:a16="http://schemas.microsoft.com/office/drawing/2014/main" val="40035806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zh-CN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Conventional PINN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Williams-enriched </a:t>
                          </a: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KMINN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vKMINN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343622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Unknown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eqArr>
                                  <m:eqArrPr>
                                    <m:ctrlPr>
                                      <a:rPr lang="zh-CN" alt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zh-CN" altLang="en-US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zh-CN" altLang="en-US" sz="18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zh-CN" sz="1800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zh-CN" altLang="en-US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zh-CN" altLang="en-US" sz="18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eqArr>
                              </m:oMath>
                            </m:oMathPara>
                          </a14:m>
                          <a:endParaRPr lang="zh-CN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eqArr>
                                  <m:eqArrPr>
                                    <m:ctrlPr>
                                      <a:rPr lang="zh-CN" alt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zh-CN" alt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  <m:r>
                                      <a:rPr lang="en-US" altLang="zh-CN" sz="1800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sz="1800" i="1" dirty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eqArr>
                              </m:oMath>
                            </m:oMathPara>
                          </a14:m>
                          <a:endParaRPr lang="zh-CN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eqArr>
                                  <m:eqArrPr>
                                    <m:ctrlPr>
                                      <a:rPr lang="zh-CN" alt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zh-CN" alt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  <m:r>
                                      <a:rPr lang="en-US" altLang="zh-CN" sz="1800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sz="1800" i="1" dirty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eqArr>
                              </m:oMath>
                            </m:oMathPara>
                          </a14:m>
                          <a:endParaRPr lang="zh-CN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232521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PDE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 construction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 construction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522714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Crack singularity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Learned / enriched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Williams enriched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Embedded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542458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Crack discontinuity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difficult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domain/interface treatment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discontinuous potential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598474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residual 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multi-term BC losses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variational energy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40710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Interior PDE points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required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largely avoided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energy quadrature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1188764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Main physics level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Structure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Structure + Variational principle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940261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36239E3-73E8-097F-0A1B-64BC862C9B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989279"/>
                  </p:ext>
                </p:extLst>
              </p:nvPr>
            </p:nvGraphicFramePr>
            <p:xfrm>
              <a:off x="359570" y="887097"/>
              <a:ext cx="11472860" cy="3474720"/>
            </p:xfrm>
            <a:graphic>
              <a:graphicData uri="http://schemas.openxmlformats.org/drawingml/2006/table">
                <a:tbl>
                  <a:tblPr>
                    <a:tableStyleId>{69012ECD-51FC-41F1-AA8D-1B2483CD663E}</a:tableStyleId>
                  </a:tblPr>
                  <a:tblGrid>
                    <a:gridCol w="2868215">
                      <a:extLst>
                        <a:ext uri="{9D8B030D-6E8A-4147-A177-3AD203B41FA5}">
                          <a16:colId xmlns:a16="http://schemas.microsoft.com/office/drawing/2014/main" val="3993829672"/>
                        </a:ext>
                      </a:extLst>
                    </a:gridCol>
                    <a:gridCol w="2868215">
                      <a:extLst>
                        <a:ext uri="{9D8B030D-6E8A-4147-A177-3AD203B41FA5}">
                          <a16:colId xmlns:a16="http://schemas.microsoft.com/office/drawing/2014/main" val="2717718527"/>
                        </a:ext>
                      </a:extLst>
                    </a:gridCol>
                    <a:gridCol w="2868215">
                      <a:extLst>
                        <a:ext uri="{9D8B030D-6E8A-4147-A177-3AD203B41FA5}">
                          <a16:colId xmlns:a16="http://schemas.microsoft.com/office/drawing/2014/main" val="4244283401"/>
                        </a:ext>
                      </a:extLst>
                    </a:gridCol>
                    <a:gridCol w="2868215">
                      <a:extLst>
                        <a:ext uri="{9D8B030D-6E8A-4147-A177-3AD203B41FA5}">
                          <a16:colId xmlns:a16="http://schemas.microsoft.com/office/drawing/2014/main" val="40035806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zh-CN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Conventional PINN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Williams-enriched </a:t>
                          </a: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KMINN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vKMINN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343622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Unknown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108333" r="-200212" b="-7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08333" r="-100212" b="-7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8333" r="-212" b="-77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32521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PDE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 construction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 construction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522714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Crack singularity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Learned / enriched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Williams enriched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Embedded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542458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Crack discontinuity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difficult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domain/interface treatment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discontinuous potential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598474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residual 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multi-term BC losses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variational energy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40710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Interior PDE points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required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largely avoided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energy quadrature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1188764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Main physics level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Structure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Structure + Variational principle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9525" cap="flat" cmpd="sng" algn="ctr">
                          <a:noFill/>
                          <a:prstDash val="soli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940261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92F82139-730A-2095-63FD-B722B7C9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1600"/>
            <a:ext cx="11473200" cy="5436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Conclusions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125FF6-F009-BAD5-F226-C70BE8034355}"/>
              </a:ext>
            </a:extLst>
          </p:cNvPr>
          <p:cNvSpPr txBox="1"/>
          <p:nvPr/>
        </p:nvSpPr>
        <p:spPr>
          <a:xfrm>
            <a:off x="1371600" y="4470506"/>
            <a:ext cx="9220200" cy="923330"/>
          </a:xfrm>
          <a:prstGeom prst="rect">
            <a:avLst/>
          </a:prstGeom>
          <a:noFill/>
          <a:ln w="28575">
            <a:solidFill>
              <a:srgbClr val="F19EB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KM potentials embed the analytical structure of 2D elasticity.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Crack-tip singularity and discontinuity can be embedded into the solution representation.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vKMINN replaces multi-term residual balancing with a unified variational energy formulation.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ECA7A5-7E6B-193B-9147-D7DE9CFB6B75}"/>
                  </a:ext>
                </a:extLst>
              </p:cNvPr>
              <p:cNvSpPr txBox="1"/>
              <p:nvPr/>
            </p:nvSpPr>
            <p:spPr>
              <a:xfrm>
                <a:off x="2133600" y="5509815"/>
                <a:ext cx="6781800" cy="461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borderBox>
                            <m:borderBoxPr>
                              <m:ctrlPr>
                                <a:rPr lang="zh-CN" altLang="en-US" i="0">
                                  <a:latin typeface="Cambria Math" panose="02040503050406030204" pitchFamily="18" charset="0"/>
                                </a:rPr>
                              </m:ctrlPr>
                            </m:borderBoxPr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Elastic fracture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plasticity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fatigue crack evolution</m:t>
                              </m:r>
                            </m:e>
                          </m:borderBox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ECA7A5-7E6B-193B-9147-D7DE9CFB6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9815"/>
                <a:ext cx="6781800" cy="4610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4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A4ECD19-B4DC-CAF9-D50A-9E146BEF8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2600" y="3505200"/>
            <a:ext cx="1524000" cy="152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314CAD-99D5-F9C5-DB71-FBA2F84AD947}"/>
              </a:ext>
            </a:extLst>
          </p:cNvPr>
          <p:cNvSpPr txBox="1"/>
          <p:nvPr/>
        </p:nvSpPr>
        <p:spPr>
          <a:xfrm>
            <a:off x="990600" y="5029200"/>
            <a:ext cx="3429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Scan the QR-code for the slides and the details of the publication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51A2B8-F873-0857-C990-45D8CD4E2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317229"/>
            <a:ext cx="5181600" cy="22696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D58CEF-8481-BE12-254F-41B79E343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381000"/>
            <a:ext cx="5180400" cy="19362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9C3BFB-3A90-15A5-D947-2F4754E7B145}"/>
              </a:ext>
            </a:extLst>
          </p:cNvPr>
          <p:cNvSpPr txBox="1"/>
          <p:nvPr/>
        </p:nvSpPr>
        <p:spPr>
          <a:xfrm>
            <a:off x="1791012" y="3135868"/>
            <a:ext cx="1447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My Website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0131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9a989eb2-f72b-455d-8868-681c2e13b865"/>
  <p:tag name="EE4P_LANGUAGE_ID" val="1031"/>
</p:tagLst>
</file>

<file path=ppt/theme/theme1.xml><?xml version="1.0" encoding="utf-8"?>
<a:theme xmlns:a="http://schemas.openxmlformats.org/drawingml/2006/main" name="RWTH-blau_16_9_Standard_20230711_institute">
  <a:themeElements>
    <a:clrScheme name="RWTH-blau">
      <a:dk1>
        <a:sysClr val="windowText" lastClr="000000"/>
      </a:dk1>
      <a:lt1>
        <a:sysClr val="window" lastClr="FFFFFF"/>
      </a:lt1>
      <a:dk2>
        <a:srgbClr val="00549F"/>
      </a:dk2>
      <a:lt2>
        <a:srgbClr val="E8F1FA"/>
      </a:lt2>
      <a:accent1>
        <a:srgbClr val="00549F"/>
      </a:accent1>
      <a:accent2>
        <a:srgbClr val="407FB7"/>
      </a:accent2>
      <a:accent3>
        <a:srgbClr val="8EBAE5"/>
      </a:accent3>
      <a:accent4>
        <a:srgbClr val="C7DDF2"/>
      </a:accent4>
      <a:accent5>
        <a:srgbClr val="646567"/>
      </a:accent5>
      <a:accent6>
        <a:srgbClr val="9C9E9F"/>
      </a:accent6>
      <a:hlink>
        <a:srgbClr val="000000"/>
      </a:hlink>
      <a:folHlink>
        <a:srgbClr val="000000"/>
      </a:folHlink>
    </a:clrScheme>
    <a:fontScheme name="RWTH-Alltagsschrif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15900" indent="-215900" algn="l" defTabSz="215900" rtl="0" eaLnBrk="1" fontAlgn="base" hangingPunct="1">
          <a:spcBef>
            <a:spcPct val="0"/>
          </a:spcBef>
          <a:spcAft>
            <a:spcPct val="0"/>
          </a:spcAft>
          <a:buClr>
            <a:schemeClr val="tx2"/>
          </a:buClr>
          <a:buFont typeface="Arial" charset="0"/>
          <a:buChar char="•"/>
          <a:tabLst>
            <a:tab pos="215900" algn="l"/>
          </a:tabLst>
          <a:defRPr kern="1200" dirty="0" smtClean="0">
            <a:solidFill>
              <a:schemeClr val="tx1"/>
            </a:solidFill>
            <a:latin typeface="+mn-lt"/>
            <a:ea typeface="+mn-ea"/>
            <a:cs typeface="Arial" panose="020B0604020202020204" pitchFamily="34" charset="0"/>
          </a:defRPr>
        </a:defPPr>
      </a:lstStyle>
    </a:txDef>
  </a:objectDefaults>
  <a:extraClrSchemeLst/>
  <a:custClrLst>
    <a:custClr name="RWTH-Bordeaux">
      <a:srgbClr val="A11035"/>
    </a:custClr>
    <a:custClr name="RWTH-Rot">
      <a:srgbClr val="CC071E"/>
    </a:custClr>
    <a:custClr name="RWTH-Magenta">
      <a:srgbClr val="E30066"/>
    </a:custClr>
    <a:custClr name="RWTH-Orange">
      <a:srgbClr val="F6A800"/>
    </a:custClr>
    <a:custClr name="RWTH-Maigrün">
      <a:srgbClr val="BDCD00"/>
    </a:custClr>
    <a:custClr name="RWTH-Grün">
      <a:srgbClr val="57AB27"/>
    </a:custClr>
    <a:custClr name="RWTH-Türkis">
      <a:srgbClr val="0098A1"/>
    </a:custClr>
    <a:custClr name="RWTH-Petrol">
      <a:srgbClr val="006165"/>
    </a:custClr>
    <a:custClr name="RWTH-Violett">
      <a:srgbClr val="612158"/>
    </a:custClr>
    <a:custClr name="RWTH-Lila">
      <a:srgbClr val="7A6FAC"/>
    </a:custClr>
    <a:custClr name="RWTH-Bordeaux-75">
      <a:srgbClr val="B65256"/>
    </a:custClr>
    <a:custClr name="RWTH-Rot-75">
      <a:srgbClr val="D85C41"/>
    </a:custClr>
    <a:custClr name="RWTH-Magenta-75">
      <a:srgbClr val="E96088"/>
    </a:custClr>
    <a:custClr name="RWTH-Orange-75">
      <a:srgbClr val="FABE50"/>
    </a:custClr>
    <a:custClr name="RWTH-Maigrün-75">
      <a:srgbClr val="D0D95C"/>
    </a:custClr>
    <a:custClr name="RWTH-Grün-75">
      <a:srgbClr val="8DC060"/>
    </a:custClr>
    <a:custClr name="RWTH-Türkis-75">
      <a:srgbClr val="00B1B7"/>
    </a:custClr>
    <a:custClr name="RWTH-Petrol-75">
      <a:srgbClr val="2D7F83"/>
    </a:custClr>
    <a:custClr name="RWTH-Violett-75">
      <a:srgbClr val="834E75"/>
    </a:custClr>
    <a:custClr name="RWTH-Lila-75">
      <a:srgbClr val="9B91C1"/>
    </a:custClr>
    <a:custClr name="RWTH-Bordeaux-50">
      <a:srgbClr val="CD8B87"/>
    </a:custClr>
    <a:custClr name="RWTH-Rot-50">
      <a:srgbClr val="E69679"/>
    </a:custClr>
    <a:custClr name="RWTH-Magenta-50">
      <a:srgbClr val="F19EB1"/>
    </a:custClr>
    <a:custClr name="RWTH-Orange-50">
      <a:srgbClr val="FDD48F"/>
    </a:custClr>
    <a:custClr name="RWTH-Maigrün-50">
      <a:srgbClr val="E0E69A"/>
    </a:custClr>
    <a:custClr name="RWTH-Grün-50">
      <a:srgbClr val="B8D698"/>
    </a:custClr>
    <a:custClr name="RWTH-Türkis-50">
      <a:srgbClr val="89CCCF"/>
    </a:custClr>
    <a:custClr name="RWTH-Petrol-50">
      <a:srgbClr val="7DA4A7"/>
    </a:custClr>
    <a:custClr name="RWTH-Violett-50">
      <a:srgbClr val="A8859E"/>
    </a:custClr>
    <a:custClr name="RWTH-Lila-50">
      <a:srgbClr val="BCB5D7"/>
    </a:custClr>
    <a:custClr name="RWTH-Bordeaux-25">
      <a:srgbClr val="E5C5C0"/>
    </a:custClr>
    <a:custClr name="RWTH-Rot-25">
      <a:srgbClr val="F3CDBB"/>
    </a:custClr>
    <a:custClr name="RWTH-Magenta-25">
      <a:srgbClr val="F9D2DA"/>
    </a:custClr>
    <a:custClr name="RWTH-Orange-25">
      <a:srgbClr val="FEEAC9"/>
    </a:custClr>
    <a:custClr name="RWTH-Maigrün-25">
      <a:srgbClr val="F0F3D0"/>
    </a:custClr>
    <a:custClr name="RWTH-Grün-25">
      <a:srgbClr val="DDEBCE"/>
    </a:custClr>
    <a:custClr name="RWTH-Türkis-25">
      <a:srgbClr val="CAE7E7"/>
    </a:custClr>
    <a:custClr name="RWTH-Petrol-25">
      <a:srgbClr val="BFD0D1"/>
    </a:custClr>
    <a:custClr name="RWTH-Violett-25">
      <a:srgbClr val="D2C0CD"/>
    </a:custClr>
    <a:custClr name="RWTH-Lila-25">
      <a:srgbClr val="DEDAEB"/>
    </a:custClr>
    <a:custClr name="RWTH-Gelb">
      <a:srgbClr val="FFED00"/>
    </a:custClr>
    <a:custClr name="RWTH-Schwarz-75">
      <a:srgbClr val="646567"/>
    </a:custClr>
    <a:custClr name="RWTH-Schwarz-50">
      <a:srgbClr val="9C9E9F"/>
    </a:custClr>
    <a:custClr name="RWTH-Schwarz-25">
      <a:srgbClr val="CFD1D2"/>
    </a:custClr>
    <a:custClr name="RWTH-Schwarz-10">
      <a:srgbClr val="ECEDED"/>
    </a:custClr>
    <a:custClr name="RWTH-Blau">
      <a:srgbClr val="00549F"/>
    </a:custClr>
    <a:custClr name="RWTH-Blau-75">
      <a:srgbClr val="407FB7"/>
    </a:custClr>
    <a:custClr name="RWTH-Blau-50">
      <a:srgbClr val="8EBAE5"/>
    </a:custClr>
    <a:custClr name="RWTH-Blau-25">
      <a:srgbClr val="C7DDF2"/>
    </a:custClr>
    <a:custClr name="RWTH-Blau-10">
      <a:srgbClr val="E8F1FA"/>
    </a:custClr>
    <a:custClr name="RWTH-Gelb-75">
      <a:srgbClr val="FFF055"/>
    </a:custClr>
    <a:custClr name="RWTH-Gelb-50">
      <a:srgbClr val="FFF59B"/>
    </a:custClr>
    <a:custClr name="RWTH-Gelb-25">
      <a:srgbClr val="FFFAD1"/>
    </a:custClr>
    <a:custClr name="RWTH-Bordeaux-10">
      <a:srgbClr val="F5E8E5"/>
    </a:custClr>
    <a:custClr name="RWTH-Rot-10">
      <a:srgbClr val="FAEBE3"/>
    </a:custClr>
    <a:custClr name="RWTH-Violett-10">
      <a:srgbClr val="EDE5EA"/>
    </a:custClr>
    <a:custClr name="RWTH-Lila-10">
      <a:srgbClr val="F2F0F7"/>
    </a:custClr>
    <a:custClr name="RWTH-Magenta">
      <a:srgbClr val="E30066"/>
    </a:custClr>
    <a:custClr name="RWTH-Magenta-10">
      <a:srgbClr val="FDEEF0"/>
    </a:custClr>
    <a:custClr name="RWTH-Türkis-10">
      <a:srgbClr val="EBF6F6"/>
    </a:custClr>
    <a:custClr name="RWTH-Petrol-10">
      <a:srgbClr val="E6ECEC"/>
    </a:custClr>
    <a:custClr name="RWTH-Gelb">
      <a:srgbClr val="FFED00"/>
    </a:custClr>
    <a:custClr name="RWTH-Grün-10">
      <a:srgbClr val="F2F7EC"/>
    </a:custClr>
    <a:custClr name="RWTH-Maigrün-10">
      <a:srgbClr val="F9FAED"/>
    </a:custClr>
    <a:custClr name="RWTH-Orange-10">
      <a:srgbClr val="FFF7EA"/>
    </a:custClr>
    <a:custClr name="RWTH-Gelb-10">
      <a:srgbClr val="FFFDEE"/>
    </a:custClr>
    <a:custClr name="RWTH-Schwarz">
      <a:srgbClr val="000000"/>
    </a:custClr>
  </a:custClrLst>
  <a:extLst>
    <a:ext uri="{05A4C25C-085E-4340-85A3-A5531E510DB2}">
      <thm15:themeFamily xmlns:thm15="http://schemas.microsoft.com/office/thememl/2012/main" name="Präsentation18" id="{4AF71E6D-FE98-42CB-A96C-34B137557E4C}" vid="{AE2C71F5-FA40-4040-994C-712E3E049BAA}"/>
    </a:ext>
  </a:extLst>
</a:theme>
</file>

<file path=ppt/theme/theme2.xml><?xml version="1.0" encoding="utf-8"?>
<a:theme xmlns:a="http://schemas.openxmlformats.org/drawingml/2006/main" name="Office Theme">
  <a:themeElements>
    <a:clrScheme name="RWTH-blau">
      <a:dk1>
        <a:sysClr val="windowText" lastClr="000000"/>
      </a:dk1>
      <a:lt1>
        <a:sysClr val="window" lastClr="FFFFFF"/>
      </a:lt1>
      <a:dk2>
        <a:srgbClr val="00549F"/>
      </a:dk2>
      <a:lt2>
        <a:srgbClr val="ECEDED"/>
      </a:lt2>
      <a:accent1>
        <a:srgbClr val="00549F"/>
      </a:accent1>
      <a:accent2>
        <a:srgbClr val="407FB7"/>
      </a:accent2>
      <a:accent3>
        <a:srgbClr val="8EBAE5"/>
      </a:accent3>
      <a:accent4>
        <a:srgbClr val="C7DDF2"/>
      </a:accent4>
      <a:accent5>
        <a:srgbClr val="E8F1FA"/>
      </a:accent5>
      <a:accent6>
        <a:srgbClr val="9C9E9F"/>
      </a:accent6>
      <a:hlink>
        <a:srgbClr val="000000"/>
      </a:hlink>
      <a:folHlink>
        <a:srgbClr val="61215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WTH-blau">
      <a:dk1>
        <a:sysClr val="windowText" lastClr="000000"/>
      </a:dk1>
      <a:lt1>
        <a:sysClr val="window" lastClr="FFFFFF"/>
      </a:lt1>
      <a:dk2>
        <a:srgbClr val="00549F"/>
      </a:dk2>
      <a:lt2>
        <a:srgbClr val="ECEDED"/>
      </a:lt2>
      <a:accent1>
        <a:srgbClr val="00549F"/>
      </a:accent1>
      <a:accent2>
        <a:srgbClr val="407FB7"/>
      </a:accent2>
      <a:accent3>
        <a:srgbClr val="8EBAE5"/>
      </a:accent3>
      <a:accent4>
        <a:srgbClr val="C7DDF2"/>
      </a:accent4>
      <a:accent5>
        <a:srgbClr val="E8F1FA"/>
      </a:accent5>
      <a:accent6>
        <a:srgbClr val="9C9E9F"/>
      </a:accent6>
      <a:hlink>
        <a:srgbClr val="000000"/>
      </a:hlink>
      <a:folHlink>
        <a:srgbClr val="612158"/>
      </a:folHlink>
    </a:clrScheme>
    <a:fontScheme name="outlook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F4CEA27-5B81-4AA9-A8C3-BE843FD3FA6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942aebe-3ca2-4c4f-b945-436a2173fdc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6546414-B870-4F28-91CB-DCA841F168E6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3189ed6-b9c8-4789-b937-2c3baf8572db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0cca006-7c8c-4d8a-8b31-434166df23c6" xsi:nil="true"/>
    <Beschreibungstext xmlns="68383c0d-d233-4de7-87fa-46f037c474e4" xsi:nil="true"/>
    <lcf76f155ced4ddcb4097134ff3c332f xmlns="68383c0d-d233-4de7-87fa-46f037c474e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F401EC3A431B3468C03C24969AE498A" ma:contentTypeVersion="10" ma:contentTypeDescription="Ein neues Dokument erstellen." ma:contentTypeScope="" ma:versionID="273a0eb4225524c784f53d10b45dae67">
  <xsd:schema xmlns:xsd="http://www.w3.org/2001/XMLSchema" xmlns:xs="http://www.w3.org/2001/XMLSchema" xmlns:p="http://schemas.microsoft.com/office/2006/metadata/properties" xmlns:ns2="68383c0d-d233-4de7-87fa-46f037c474e4" xmlns:ns3="d0cca006-7c8c-4d8a-8b31-434166df23c6" targetNamespace="http://schemas.microsoft.com/office/2006/metadata/properties" ma:root="true" ma:fieldsID="31d1e72455be9679f2eb0b48da9fd0ba" ns2:_="" ns3:_="">
    <xsd:import namespace="68383c0d-d233-4de7-87fa-46f037c474e4"/>
    <xsd:import namespace="d0cca006-7c8c-4d8a-8b31-434166df23c6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Beschreibungstex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83c0d-d233-4de7-87fa-46f037c474e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b8572169-3b1a-45ea-9420-1908a052c1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Beschreibungstext" ma:index="17" nillable="true" ma:displayName="Beschreibungstext" ma:format="Dropdown" ma:internalName="Beschreibungstext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cca006-7c8c-4d8a-8b31-434166df23c6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b86345fb-d20d-4ff5-9a0b-2fb9def38eb2}" ma:internalName="TaxCatchAll" ma:showField="CatchAllData" ma:web="d0cca006-7c8c-4d8a-8b31-434166df23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F18742-E7F8-494A-8E75-FB20081A182A}">
  <ds:schemaRefs>
    <ds:schemaRef ds:uri="68383c0d-d233-4de7-87fa-46f037c474e4"/>
    <ds:schemaRef ds:uri="http://purl.org/dc/terms/"/>
    <ds:schemaRef ds:uri="http://schemas.microsoft.com/office/infopath/2007/PartnerControls"/>
    <ds:schemaRef ds:uri="d0cca006-7c8c-4d8a-8b31-434166df23c6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27F5148-58BF-4DB6-8F91-5D84945EA8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83c0d-d233-4de7-87fa-46f037c474e4"/>
    <ds:schemaRef ds:uri="d0cca006-7c8c-4d8a-8b31-434166df23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8DEA03-4467-41B6-B650-D93DF5BADB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vorlageinstitute16zu9ohneSeitenzahlen_20230711</Template>
  <TotalTime>2325</TotalTime>
  <Words>2335</Words>
  <Application>Microsoft Office PowerPoint</Application>
  <PresentationFormat>Widescreen</PresentationFormat>
  <Paragraphs>283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Cambria Math</vt:lpstr>
      <vt:lpstr>Symbol</vt:lpstr>
      <vt:lpstr>Times New Roman</vt:lpstr>
      <vt:lpstr>Wingdings</vt:lpstr>
      <vt:lpstr>RWTH-blau_16_9_Standard_20230711_institute</vt:lpstr>
      <vt:lpstr>Embedding Analytical Fracture Mechanics into Neural Networks </vt:lpstr>
      <vt:lpstr>Outline</vt:lpstr>
      <vt:lpstr>1.1 Background</vt:lpstr>
      <vt:lpstr>1.2 Theory</vt:lpstr>
      <vt:lpstr>2.1 Williams-Enriched KMINN</vt:lpstr>
      <vt:lpstr>2.2 Williams-Enriched KMINN</vt:lpstr>
      <vt:lpstr>3.1 Limitation of Residual-based Method</vt:lpstr>
      <vt:lpstr>3.2 Theory of Energy Concept</vt:lpstr>
      <vt:lpstr>3.3 Case Studies — vKMINN</vt:lpstr>
      <vt:lpstr>3.3 Case Studies — variational KMINN</vt:lpstr>
      <vt:lpstr>4 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Schroeder, Stella</dc:creator>
  <cp:keywords>Corporate Design</cp:keywords>
  <cp:lastModifiedBy>Shuwei Zhou</cp:lastModifiedBy>
  <cp:revision>34</cp:revision>
  <dcterms:created xsi:type="dcterms:W3CDTF">2023-07-25T06:39:43Z</dcterms:created>
  <dcterms:modified xsi:type="dcterms:W3CDTF">2026-09-11T05:56:11Z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0x010100CF401EC3A431B3468C03C24969AE498A</vt:lpwstr>
  </property>
  <property fmtid="{D5CDD505-2E9C-101B-9397-08002B2CF9AE}" pid="3" name="MediaServiceImageTags">
    <vt:lpwstr/>
  </property>
</Properties>
</file>